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Albert Sans" panose="020B0604020202020204" charset="0"/>
      <p:regular r:id="rId18"/>
      <p:bold r:id="rId19"/>
      <p:italic r:id="rId20"/>
      <p:boldItalic r:id="rId21"/>
    </p:embeddedFont>
    <p:embeddedFont>
      <p:font typeface="Noto Sans Symbols" panose="020B0604020202020204" charset="0"/>
      <p:regular r:id="rId22"/>
      <p:bold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j8EIopLr8d9u3a76WTF12a+7e1I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Benjamin Boniface</a:t>
            </a:r>
            <a:endParaRPr/>
          </a:p>
          <a:p>
            <a:pPr marL="0" lvl="0" indent="0" algn="l" rtl="0">
              <a:spcBef>
                <a:spcPts val="0"/>
              </a:spcBef>
              <a:spcAft>
                <a:spcPts val="0"/>
              </a:spcAft>
              <a:buNone/>
            </a:pPr>
            <a:endParaRPr/>
          </a:p>
          <a:p>
            <a:pPr marL="0" lvl="0" indent="0" algn="l" rtl="0">
              <a:spcBef>
                <a:spcPts val="0"/>
              </a:spcBef>
              <a:spcAft>
                <a:spcPts val="0"/>
              </a:spcAft>
              <a:buNone/>
            </a:pPr>
            <a:r>
              <a:rPr lang="fr-FR"/>
              <a:t>Je vais vous faire la présention de mon l’epreuve E5, Support et mise à disposition de services informatique</a:t>
            </a:r>
            <a:endParaRPr/>
          </a:p>
          <a:p>
            <a:pPr marL="0" lvl="0" indent="0" algn="l" rtl="0">
              <a:spcBef>
                <a:spcPts val="0"/>
              </a:spcBef>
              <a:spcAft>
                <a:spcPts val="0"/>
              </a:spcAft>
              <a:buNone/>
            </a:pPr>
            <a:endParaRPr/>
          </a:p>
          <a:p>
            <a:pPr marL="0" lvl="0" indent="0" algn="l" rtl="0">
              <a:spcBef>
                <a:spcPts val="0"/>
              </a:spcBef>
              <a:spcAft>
                <a:spcPts val="0"/>
              </a:spcAft>
              <a:buClr>
                <a:schemeClr val="dk1"/>
              </a:buClr>
              <a:buFont typeface="Arial"/>
              <a:buNone/>
            </a:pPr>
            <a:endParaRPr/>
          </a:p>
        </p:txBody>
      </p:sp>
      <p:sp>
        <p:nvSpPr>
          <p:cNvPr id="153" name="Google Shape;15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100" b="1"/>
              <a:t>❖ </a:t>
            </a:r>
            <a:r>
              <a:rPr lang="fr-FR"/>
              <a:t>Avant toutes chose je vais me présenter Benjamin Boniface j’ai 33 ans</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J’ai une licence Qualité Securité environnement que j’ai obtenu en 2015</a:t>
            </a:r>
            <a:endParaRPr/>
          </a:p>
          <a:p>
            <a:pPr marL="0" lvl="0" indent="0" algn="l" rtl="0">
              <a:spcBef>
                <a:spcPts val="0"/>
              </a:spcBef>
              <a:spcAft>
                <a:spcPts val="0"/>
              </a:spcAft>
              <a:buNone/>
            </a:pPr>
            <a:r>
              <a:rPr lang="fr-FR"/>
              <a:t>puis j’ai travailler comme responsable QSE en métallurgie durant 3 ans.</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Par la suite je me suis réorienter</a:t>
            </a:r>
            <a:endParaRPr/>
          </a:p>
          <a:p>
            <a:pPr marL="0" lvl="0" indent="457200" algn="l" rtl="0">
              <a:spcBef>
                <a:spcPts val="0"/>
              </a:spcBef>
              <a:spcAft>
                <a:spcPts val="0"/>
              </a:spcAft>
              <a:buNone/>
            </a:pPr>
            <a:r>
              <a:rPr lang="fr-FR"/>
              <a:t>dans des métier totalement différent au contact des animaux dans des association</a:t>
            </a:r>
            <a:endParaRPr/>
          </a:p>
          <a:p>
            <a:pPr marL="0" lvl="0" indent="457200" algn="l" rtl="0">
              <a:spcBef>
                <a:spcPts val="0"/>
              </a:spcBef>
              <a:spcAft>
                <a:spcPts val="0"/>
              </a:spcAft>
              <a:buNone/>
            </a:pPr>
            <a:r>
              <a:rPr lang="fr-FR"/>
              <a:t>ou encore lors de création de ma micro entreprise de travail du bois.</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via ses expérience j’ai eu l’occasion de transmettre a des groupes, des visiteurs, mon travail</a:t>
            </a:r>
            <a:endParaRPr/>
          </a:p>
          <a:p>
            <a:pPr marL="0" lvl="0" indent="0" algn="l" rtl="0">
              <a:spcBef>
                <a:spcPts val="0"/>
              </a:spcBef>
              <a:spcAft>
                <a:spcPts val="0"/>
              </a:spcAft>
              <a:buNone/>
            </a:pPr>
            <a:endParaRPr/>
          </a:p>
          <a:p>
            <a:pPr marL="0" lvl="0" indent="457200" algn="l" rtl="0">
              <a:spcBef>
                <a:spcPts val="0"/>
              </a:spcBef>
              <a:spcAft>
                <a:spcPts val="0"/>
              </a:spcAft>
              <a:buNone/>
            </a:pPr>
            <a:r>
              <a:rPr lang="fr-FR"/>
              <a:t>j’ai aimé transmettre mes connaissances </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C’est pourquoi je suis devenu Moniteur d’atelier en ESAT</a:t>
            </a:r>
            <a:endParaRPr/>
          </a:p>
          <a:p>
            <a:pPr marL="0" lvl="0" indent="0" algn="l" rtl="0">
              <a:spcBef>
                <a:spcPts val="0"/>
              </a:spcBef>
              <a:spcAft>
                <a:spcPts val="0"/>
              </a:spcAft>
              <a:buNone/>
            </a:pPr>
            <a:r>
              <a:rPr lang="fr-FR"/>
              <a:t>	-métier qui est basé sur l’andragogie, la transmission de savoir et la monté en compétence des personnes que l’on encadre.</a:t>
            </a:r>
            <a:endParaRPr/>
          </a:p>
          <a:p>
            <a:pPr marL="0" lvl="0" indent="0" algn="l" rtl="0">
              <a:spcBef>
                <a:spcPts val="0"/>
              </a:spcBef>
              <a:spcAft>
                <a:spcPts val="0"/>
              </a:spcAft>
              <a:buNone/>
            </a:pPr>
            <a:r>
              <a:rPr lang="fr-FR"/>
              <a:t>	-Via un support et les valeurs lié au travail</a:t>
            </a:r>
            <a:endParaRPr/>
          </a:p>
        </p:txBody>
      </p:sp>
      <p:sp>
        <p:nvSpPr>
          <p:cNvPr id="161" name="Google Shape;1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Depuis 2023, je fais ce métier à l’ESAT de Domfront-en-Poiraie.</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Cet ESAT fait partie de la Fondation ANAIS</a:t>
            </a:r>
            <a:endParaRPr/>
          </a:p>
          <a:p>
            <a:pPr marL="0" lvl="0" indent="457200" algn="l" rtl="0">
              <a:spcBef>
                <a:spcPts val="0"/>
              </a:spcBef>
              <a:spcAft>
                <a:spcPts val="0"/>
              </a:spcAft>
              <a:buNone/>
            </a:pPr>
            <a:r>
              <a:rPr lang="fr-FR"/>
              <a:t>-elle regroupe plus de 100 structures du médico-social</a:t>
            </a:r>
            <a:endParaRPr/>
          </a:p>
          <a:p>
            <a:pPr marL="0" lvl="0" indent="457200" algn="l" rtl="0">
              <a:spcBef>
                <a:spcPts val="0"/>
              </a:spcBef>
              <a:spcAft>
                <a:spcPts val="0"/>
              </a:spcAft>
              <a:buNone/>
            </a:pPr>
            <a:r>
              <a:rPr lang="fr-FR"/>
              <a:t>-accueillant environ 4 000 personnes,</a:t>
            </a:r>
            <a:endParaRPr/>
          </a:p>
          <a:p>
            <a:pPr marL="0" lvl="0" indent="457200" algn="l" rtl="0">
              <a:spcBef>
                <a:spcPts val="0"/>
              </a:spcBef>
              <a:spcAft>
                <a:spcPts val="0"/>
              </a:spcAft>
              <a:buNone/>
            </a:pPr>
            <a:r>
              <a:rPr lang="fr-FR"/>
              <a:t>-accompagnées par 2 200 collaborateurs.</a:t>
            </a:r>
            <a:endParaRPr/>
          </a:p>
          <a:p>
            <a:pPr marL="0" lvl="0" indent="457200" algn="l" rtl="0">
              <a:spcBef>
                <a:spcPts val="0"/>
              </a:spcBef>
              <a:spcAft>
                <a:spcPts val="0"/>
              </a:spcAft>
              <a:buNone/>
            </a:pPr>
            <a:r>
              <a:rPr lang="fr-FR"/>
              <a:t>-Pour une fondation de cette envergure, le service informatique est composé d’uniquement 3 personnes.</a:t>
            </a:r>
            <a:endParaRPr/>
          </a:p>
          <a:p>
            <a:pPr marL="0" lvl="0" indent="0" algn="l" rtl="0">
              <a:spcBef>
                <a:spcPts val="0"/>
              </a:spcBef>
              <a:spcAft>
                <a:spcPts val="0"/>
              </a:spcAft>
              <a:buNone/>
            </a:pPr>
            <a:endParaRPr/>
          </a:p>
          <a:p>
            <a:pPr marL="0" lvl="0" indent="0" algn="l" rtl="0">
              <a:spcBef>
                <a:spcPts val="0"/>
              </a:spcBef>
              <a:spcAft>
                <a:spcPts val="0"/>
              </a:spcAft>
              <a:buNone/>
            </a:pPr>
            <a:r>
              <a:rPr lang="fr-FR"/>
              <a:t>On peut donc dire que le secteur médico-social reste encore peu doté en ressources numériques.</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À l’ESAT de Domfront</a:t>
            </a:r>
            <a:endParaRPr/>
          </a:p>
          <a:p>
            <a:pPr marL="0" lvl="0" indent="457200" algn="l" rtl="0">
              <a:spcBef>
                <a:spcPts val="0"/>
              </a:spcBef>
              <a:spcAft>
                <a:spcPts val="0"/>
              </a:spcAft>
              <a:buNone/>
            </a:pPr>
            <a:r>
              <a:rPr lang="fr-FR"/>
              <a:t>-nous sommes 15 professionnels </a:t>
            </a:r>
            <a:endParaRPr/>
          </a:p>
          <a:p>
            <a:pPr marL="0" lvl="0" indent="457200" algn="l" rtl="0">
              <a:spcBef>
                <a:spcPts val="0"/>
              </a:spcBef>
              <a:spcAft>
                <a:spcPts val="0"/>
              </a:spcAft>
              <a:buNone/>
            </a:pPr>
            <a:r>
              <a:rPr lang="fr-FR"/>
              <a:t>-et nous accompagnons 105 usagers, majoritairement en situation de handicap mental ou psychologique.</a:t>
            </a:r>
            <a:endParaRPr/>
          </a:p>
          <a:p>
            <a:pPr marL="0" lvl="0" indent="0" algn="l" rtl="0">
              <a:spcBef>
                <a:spcPts val="0"/>
              </a:spcBef>
              <a:spcAft>
                <a:spcPts val="0"/>
              </a:spcAft>
              <a:buNone/>
            </a:pPr>
            <a:endParaRPr/>
          </a:p>
          <a:p>
            <a:pPr marL="0" lvl="0" indent="457200" algn="l" rtl="0">
              <a:spcBef>
                <a:spcPts val="0"/>
              </a:spcBef>
              <a:spcAft>
                <a:spcPts val="0"/>
              </a:spcAft>
              <a:buNone/>
            </a:pPr>
            <a:r>
              <a:rPr lang="fr-FR"/>
              <a:t>-L’établissement se distingue par une démarche novatrice et militante, notamment dans son ingénierie de formation.</a:t>
            </a:r>
            <a:endParaRPr/>
          </a:p>
          <a:p>
            <a:pPr marL="0" lvl="0" indent="0" algn="l" rtl="0">
              <a:spcBef>
                <a:spcPts val="0"/>
              </a:spcBef>
              <a:spcAft>
                <a:spcPts val="0"/>
              </a:spcAft>
              <a:buNone/>
            </a:pPr>
            <a:br>
              <a:rPr lang="fr-FR"/>
            </a:br>
            <a:r>
              <a:rPr lang="fr-FR"/>
              <a:t>	-Sur les trois dernières années, 9 usagers ont obtenu un CAP d’opérateur logistique grâce à cet accompagnement.</a:t>
            </a:r>
            <a:endParaRPr/>
          </a:p>
          <a:p>
            <a:pPr marL="0" lvl="0" indent="0" algn="l" rtl="0">
              <a:spcBef>
                <a:spcPts val="0"/>
              </a:spcBef>
              <a:spcAft>
                <a:spcPts val="0"/>
              </a:spcAft>
              <a:buNone/>
            </a:pPr>
            <a:endParaRPr/>
          </a:p>
        </p:txBody>
      </p:sp>
      <p:sp>
        <p:nvSpPr>
          <p:cNvPr id="172" name="Google Shape;17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Mais vous allez peut-être vous demander : pourquoi avoir choisi une formation en BTS SIO ?</a:t>
            </a:r>
            <a:endParaRPr/>
          </a:p>
          <a:p>
            <a:pPr marL="0" lvl="0" indent="0" algn="l" rtl="0">
              <a:spcBef>
                <a:spcPts val="0"/>
              </a:spcBef>
              <a:spcAft>
                <a:spcPts val="0"/>
              </a:spcAft>
              <a:buNone/>
            </a:pPr>
            <a:br>
              <a:rPr lang="fr-FR"/>
            </a:br>
            <a:endParaRPr/>
          </a:p>
          <a:p>
            <a:pPr marL="0" lvl="0" indent="0" algn="l" rtl="0">
              <a:spcBef>
                <a:spcPts val="0"/>
              </a:spcBef>
              <a:spcAft>
                <a:spcPts val="0"/>
              </a:spcAft>
              <a:buNone/>
            </a:pPr>
            <a:r>
              <a:rPr lang="fr-FR" sz="1100" b="1"/>
              <a:t>❖ </a:t>
            </a:r>
            <a:r>
              <a:rPr lang="fr-FR"/>
              <a:t>Nous avons des difficultés à trouver de nouveau partenaire, et avons du mal a nous différentier des autres ESAT.</a:t>
            </a:r>
            <a:endParaRPr/>
          </a:p>
          <a:p>
            <a:pPr marL="0" lvl="0" indent="0" algn="l" rtl="0">
              <a:spcBef>
                <a:spcPts val="0"/>
              </a:spcBef>
              <a:spcAft>
                <a:spcPts val="0"/>
              </a:spcAft>
              <a:buNone/>
            </a:pPr>
            <a:br>
              <a:rPr lang="fr-FR"/>
            </a:br>
            <a:r>
              <a:rPr lang="fr-FR" sz="1100" b="1"/>
              <a:t>❖ </a:t>
            </a:r>
            <a:r>
              <a:rPr lang="fr-FR"/>
              <a:t>Nous avons donc mené des analyses sur notre macro environnement et micro environement , et plusieurs constats sont ressortis.</a:t>
            </a:r>
            <a:endParaRPr/>
          </a:p>
          <a:p>
            <a:pPr marL="0" lvl="0" indent="0" algn="l" rtl="0">
              <a:spcBef>
                <a:spcPts val="0"/>
              </a:spcBef>
              <a:spcAft>
                <a:spcPts val="0"/>
              </a:spcAft>
              <a:buNone/>
            </a:pPr>
            <a:br>
              <a:rPr lang="fr-FR"/>
            </a:br>
            <a:r>
              <a:rPr lang="fr-FR"/>
              <a:t>	-Le premier il faut que l’on forme nos usagers aux numérique</a:t>
            </a:r>
            <a:br>
              <a:rPr lang="fr-FR"/>
            </a:br>
            <a:r>
              <a:rPr lang="fr-FR"/>
              <a:t>	-Pour qu’il puisse réaliser des tâche a plus forte valeur ajouté</a:t>
            </a:r>
            <a:endParaRPr/>
          </a:p>
          <a:p>
            <a:pPr marL="0" lvl="0" indent="0" algn="l" rtl="0">
              <a:spcBef>
                <a:spcPts val="0"/>
              </a:spcBef>
              <a:spcAft>
                <a:spcPts val="0"/>
              </a:spcAft>
              <a:buNone/>
            </a:pPr>
            <a:r>
              <a:rPr lang="fr-FR"/>
              <a:t>	-Et ainsi attaquer de nouveaux marchés</a:t>
            </a:r>
            <a:endParaRPr/>
          </a:p>
          <a:p>
            <a:pPr marL="0" lvl="0" indent="0" algn="l" rtl="0">
              <a:spcBef>
                <a:spcPts val="0"/>
              </a:spcBef>
              <a:spcAft>
                <a:spcPts val="0"/>
              </a:spcAft>
              <a:buNone/>
            </a:pPr>
            <a:br>
              <a:rPr lang="fr-FR"/>
            </a:br>
            <a:r>
              <a:rPr lang="fr-FR" sz="1100" b="1"/>
              <a:t>❖ </a:t>
            </a:r>
            <a:r>
              <a:rPr lang="fr-FR"/>
              <a:t>Pour ça, nous avons besoin d’une ressource capable de créer des outils adaptés à nos usagers, mais aussi aux exigences de production.</a:t>
            </a:r>
            <a:endParaRPr/>
          </a:p>
          <a:p>
            <a:pPr marL="0" lvl="0" indent="0" algn="l" rtl="0">
              <a:spcBef>
                <a:spcPts val="0"/>
              </a:spcBef>
              <a:spcAft>
                <a:spcPts val="0"/>
              </a:spcAft>
              <a:buNone/>
            </a:pPr>
            <a:br>
              <a:rPr lang="fr-FR"/>
            </a:br>
            <a:r>
              <a:rPr lang="fr-FR"/>
              <a:t>	-C’est dans ce cadre que l’établissement m’a proposé le BTS SIO option SLAM.</a:t>
            </a:r>
            <a:endParaRPr/>
          </a:p>
          <a:p>
            <a:pPr marL="0" lvl="0" indent="0" algn="l" rtl="0">
              <a:spcBef>
                <a:spcPts val="0"/>
              </a:spcBef>
              <a:spcAft>
                <a:spcPts val="0"/>
              </a:spcAft>
              <a:buNone/>
            </a:pPr>
            <a:endParaRPr/>
          </a:p>
        </p:txBody>
      </p:sp>
      <p:sp>
        <p:nvSpPr>
          <p:cNvPr id="182" name="Google Shape;18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Je vais aborder les compétences requise via une démarche par processus</a:t>
            </a:r>
            <a:endParaRPr/>
          </a:p>
          <a:p>
            <a:pPr marL="0" lvl="0" indent="0" algn="l" rtl="0">
              <a:spcBef>
                <a:spcPts val="0"/>
              </a:spcBef>
              <a:spcAft>
                <a:spcPts val="0"/>
              </a:spcAft>
              <a:buNone/>
            </a:pPr>
            <a:endParaRPr/>
          </a:p>
          <a:p>
            <a:pPr marL="0" lvl="0" indent="457200" algn="l" rtl="0">
              <a:spcBef>
                <a:spcPts val="0"/>
              </a:spcBef>
              <a:spcAft>
                <a:spcPts val="0"/>
              </a:spcAft>
              <a:buNone/>
            </a:pPr>
            <a:r>
              <a:rPr lang="fr-FR"/>
              <a:t>Séparent volontairement la démarche de production d’un service numérique</a:t>
            </a:r>
            <a:endParaRPr/>
          </a:p>
          <a:p>
            <a:pPr marL="0" lvl="0" indent="0" algn="l" rtl="0">
              <a:spcBef>
                <a:spcPts val="0"/>
              </a:spcBef>
              <a:spcAft>
                <a:spcPts val="0"/>
              </a:spcAft>
              <a:buNone/>
            </a:pPr>
            <a:endParaRPr/>
          </a:p>
          <a:p>
            <a:pPr marL="0" lvl="0" indent="457200" algn="l" rtl="0">
              <a:spcBef>
                <a:spcPts val="0"/>
              </a:spcBef>
              <a:spcAft>
                <a:spcPts val="0"/>
              </a:spcAft>
              <a:buNone/>
            </a:pPr>
            <a:r>
              <a:rPr lang="fr-FR"/>
              <a:t>et les compétences pouvant être identifié comme un processus support</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91" name="Google Shape;19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un projet commence par une  -analyse du système d’information du client</a:t>
            </a:r>
            <a:endParaRPr/>
          </a:p>
          <a:p>
            <a:pPr marL="1371600" lvl="0" indent="457200" algn="l" rtl="0">
              <a:spcBef>
                <a:spcPts val="0"/>
              </a:spcBef>
              <a:spcAft>
                <a:spcPts val="0"/>
              </a:spcAft>
              <a:buNone/>
            </a:pPr>
            <a:r>
              <a:rPr lang="fr-FR"/>
              <a:t> -puis une proposition d’une une modélisation en lien avec son besoin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Mon premier projet donné en entreprise était : l’informatisation complète de l’activité d’entretien des locaux.</a:t>
            </a:r>
            <a:endParaRPr/>
          </a:p>
          <a:p>
            <a:pPr marL="0" lvl="0" indent="0" algn="l" rtl="0">
              <a:spcBef>
                <a:spcPts val="0"/>
              </a:spcBef>
              <a:spcAft>
                <a:spcPts val="0"/>
              </a:spcAft>
              <a:buNone/>
            </a:pPr>
            <a:endParaRPr/>
          </a:p>
          <a:p>
            <a:pPr marL="0" lvl="0" indent="457200" algn="l" rtl="0">
              <a:spcBef>
                <a:spcPts val="0"/>
              </a:spcBef>
              <a:spcAft>
                <a:spcPts val="0"/>
              </a:spcAft>
              <a:buNone/>
            </a:pPr>
            <a:r>
              <a:rPr lang="fr-FR"/>
              <a:t>-L’objectif était de structurer l’ensemble des données de l’activité logiciel proche d’un ERP.</a:t>
            </a:r>
            <a:endParaRPr/>
          </a:p>
          <a:p>
            <a:pPr marL="0" lvl="0" indent="457200" algn="l" rtl="0">
              <a:spcBef>
                <a:spcPts val="0"/>
              </a:spcBef>
              <a:spcAft>
                <a:spcPts val="0"/>
              </a:spcAft>
              <a:buNone/>
            </a:pPr>
            <a:r>
              <a:rPr lang="fr-FR"/>
              <a:t>-J’ai donc analysé les processus existants, recensé les données utilisées, les processus, les procédures</a:t>
            </a:r>
            <a:endParaRPr/>
          </a:p>
          <a:p>
            <a:pPr marL="0" lvl="0" indent="457200" algn="l" rtl="0">
              <a:spcBef>
                <a:spcPts val="0"/>
              </a:spcBef>
              <a:spcAft>
                <a:spcPts val="0"/>
              </a:spcAft>
              <a:buNone/>
            </a:pPr>
            <a:r>
              <a:rPr lang="fr-FR"/>
              <a:t>-J’ai commencé une modélisation globale du système d’information.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Cependant, plusieurs contraintes sont apparues</a:t>
            </a:r>
            <a:endParaRPr/>
          </a:p>
          <a:p>
            <a:pPr marL="0" lvl="0" indent="457200" algn="l" rtl="0">
              <a:spcBef>
                <a:spcPts val="0"/>
              </a:spcBef>
              <a:spcAft>
                <a:spcPts val="0"/>
              </a:spcAft>
              <a:buNone/>
            </a:pPr>
            <a:r>
              <a:rPr lang="fr-FR"/>
              <a:t>- l’ampleur du périmètre</a:t>
            </a:r>
            <a:endParaRPr/>
          </a:p>
          <a:p>
            <a:pPr marL="0" lvl="0" indent="457200" algn="l" rtl="0">
              <a:spcBef>
                <a:spcPts val="0"/>
              </a:spcBef>
              <a:spcAft>
                <a:spcPts val="0"/>
              </a:spcAft>
              <a:buNone/>
            </a:pPr>
            <a:r>
              <a:rPr lang="fr-FR"/>
              <a:t>-Ainsi que la complexité de l’application de gestion de l’application intégrant une très grande liste de fonctionnalité</a:t>
            </a:r>
            <a:endParaRPr/>
          </a:p>
          <a:p>
            <a:pPr marL="0" lvl="0" indent="0" algn="l" rtl="0">
              <a:spcBef>
                <a:spcPts val="0"/>
              </a:spcBef>
              <a:spcAft>
                <a:spcPts val="0"/>
              </a:spcAft>
              <a:buNone/>
            </a:pPr>
            <a:endParaRPr/>
          </a:p>
          <a:p>
            <a:pPr marL="0" lvl="0" indent="457200" algn="l" rtl="0">
              <a:spcBef>
                <a:spcPts val="0"/>
              </a:spcBef>
              <a:spcAft>
                <a:spcPts val="0"/>
              </a:spcAft>
              <a:buNone/>
            </a:pPr>
            <a:r>
              <a:rPr lang="fr-FR"/>
              <a:t>-Le projet était trop ambitieux pour être mené seul</a:t>
            </a:r>
            <a:endParaRPr/>
          </a:p>
          <a:p>
            <a:pPr marL="0" lvl="0" indent="457200" algn="l" rtl="0">
              <a:spcBef>
                <a:spcPts val="0"/>
              </a:spcBef>
              <a:spcAft>
                <a:spcPts val="0"/>
              </a:spcAft>
              <a:buNone/>
            </a:pPr>
            <a:r>
              <a:rPr lang="fr-FR"/>
              <a:t>-Encore plus en tant que développeur débutant</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Après avoir fait le point avec les personnes impliqué dans le projet.</a:t>
            </a:r>
            <a:endParaRPr/>
          </a:p>
          <a:p>
            <a:pPr marL="0" lvl="0" indent="0" algn="l" rtl="0">
              <a:spcBef>
                <a:spcPts val="0"/>
              </a:spcBef>
              <a:spcAft>
                <a:spcPts val="0"/>
              </a:spcAft>
              <a:buNone/>
            </a:pPr>
            <a:endParaRPr/>
          </a:p>
          <a:p>
            <a:pPr marL="0" lvl="0" indent="457200" algn="l" rtl="0">
              <a:spcBef>
                <a:spcPts val="0"/>
              </a:spcBef>
              <a:spcAft>
                <a:spcPts val="0"/>
              </a:spcAft>
              <a:buNone/>
            </a:pPr>
            <a:r>
              <a:rPr lang="fr-FR"/>
              <a:t>-Nous avons donc pris la décision stratégique </a:t>
            </a:r>
            <a:endParaRPr/>
          </a:p>
          <a:p>
            <a:pPr marL="457200" lvl="0" indent="457200" algn="l" rtl="0">
              <a:spcBef>
                <a:spcPts val="0"/>
              </a:spcBef>
              <a:spcAft>
                <a:spcPts val="0"/>
              </a:spcAft>
              <a:buNone/>
            </a:pPr>
            <a:r>
              <a:rPr lang="fr-FR"/>
              <a:t>-de redéfinir le périmètre de l’application</a:t>
            </a:r>
            <a:endParaRPr/>
          </a:p>
          <a:p>
            <a:pPr marL="457200" lvl="0" indent="457200" algn="l" rtl="0">
              <a:spcBef>
                <a:spcPts val="0"/>
              </a:spcBef>
              <a:spcAft>
                <a:spcPts val="0"/>
              </a:spcAft>
              <a:buNone/>
            </a:pPr>
            <a:r>
              <a:rPr lang="fr-FR"/>
              <a:t>-de se focaliser sur une fonctionnalité primordiale pour l’ESAT</a:t>
            </a:r>
            <a:endParaRPr/>
          </a:p>
          <a:p>
            <a:pPr marL="457200" lvl="0" indent="457200" algn="l" rtl="0">
              <a:spcBef>
                <a:spcPts val="0"/>
              </a:spcBef>
              <a:spcAft>
                <a:spcPts val="0"/>
              </a:spcAft>
              <a:buNone/>
            </a:pPr>
            <a:r>
              <a:rPr lang="fr-FR"/>
              <a:t>	-la génération de fiche d’intervention</a:t>
            </a:r>
            <a:endParaRPr/>
          </a:p>
          <a:p>
            <a:pPr marL="457200" lvl="0" indent="457200" algn="l" rtl="0">
              <a:spcBef>
                <a:spcPts val="0"/>
              </a:spcBef>
              <a:spcAft>
                <a:spcPts val="0"/>
              </a:spcAft>
              <a:buNone/>
            </a:pPr>
            <a:endParaRPr/>
          </a:p>
          <a:p>
            <a:pPr marL="0" lvl="0" indent="0" algn="l" rtl="0">
              <a:spcBef>
                <a:spcPts val="0"/>
              </a:spcBef>
              <a:spcAft>
                <a:spcPts val="0"/>
              </a:spcAft>
              <a:buNone/>
            </a:pPr>
            <a:endParaRPr/>
          </a:p>
        </p:txBody>
      </p:sp>
      <p:sp>
        <p:nvSpPr>
          <p:cNvPr id="205" name="Google Shape;20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Après avoir recentré le projet sur la génération de fiches chantier, il a été repris en formation sous le nom EasyCleanESAT.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fr-FR" sz="1100">
                <a:latin typeface="Trebuchet MS"/>
                <a:ea typeface="Trebuchet MS"/>
                <a:cs typeface="Trebuchet MS"/>
                <a:sym typeface="Trebuchet MS"/>
              </a:rPr>
              <a:t>❖ </a:t>
            </a:r>
            <a:r>
              <a:rPr lang="fr-FR"/>
              <a:t>Le projet est devenu collaboratif</a:t>
            </a:r>
            <a:endParaRPr/>
          </a:p>
          <a:p>
            <a:pPr marL="0" lvl="0" indent="457200" algn="l" rtl="0">
              <a:spcBef>
                <a:spcPts val="0"/>
              </a:spcBef>
              <a:spcAft>
                <a:spcPts val="0"/>
              </a:spcAft>
              <a:buNone/>
            </a:pPr>
            <a:r>
              <a:rPr lang="fr-FR"/>
              <a:t>-avec les 3 autres développeurs en apprentissage. </a:t>
            </a:r>
            <a:endParaRPr/>
          </a:p>
          <a:p>
            <a:pPr marL="0" lvl="0" indent="457200" algn="l" rtl="0">
              <a:spcBef>
                <a:spcPts val="0"/>
              </a:spcBef>
              <a:spcAft>
                <a:spcPts val="0"/>
              </a:spcAft>
              <a:buClr>
                <a:schemeClr val="dk1"/>
              </a:buClr>
              <a:buFont typeface="Arial"/>
              <a:buNone/>
            </a:pPr>
            <a:r>
              <a:rPr lang="fr-FR"/>
              <a:t>-Il a fallut alors nous organiser afin de faire avancer le projet, nous avons choisi  la méthode SCRUM issue de méthode Agile.</a:t>
            </a:r>
            <a:endParaRPr/>
          </a:p>
          <a:p>
            <a:pPr marL="457200" lvl="0" indent="457200" algn="l" rtl="0">
              <a:spcBef>
                <a:spcPts val="0"/>
              </a:spcBef>
              <a:spcAft>
                <a:spcPts val="0"/>
              </a:spcAft>
              <a:buNone/>
            </a:pPr>
            <a:r>
              <a:rPr lang="fr-FR"/>
              <a:t>-J’ai joué un double rôle, développeur d’une part et représentant client que l’on appel en méthode agile le “ product owner”.</a:t>
            </a:r>
            <a:endParaRPr/>
          </a:p>
          <a:p>
            <a:pPr marL="457200" lvl="0" indent="457200" algn="l" rtl="0">
              <a:spcBef>
                <a:spcPts val="0"/>
              </a:spcBef>
              <a:spcAft>
                <a:spcPts val="0"/>
              </a:spcAft>
              <a:buClr>
                <a:schemeClr val="dk1"/>
              </a:buClr>
              <a:buFont typeface="Arial"/>
              <a:buNone/>
            </a:pPr>
            <a:r>
              <a:rPr lang="fr-FR"/>
              <a:t>-Et par exemple ma collègue à endosser le rôle de Scrum Master et a veillé au bon suivi des méthodes scrums.</a:t>
            </a:r>
            <a:endParaRPr/>
          </a:p>
          <a:p>
            <a:pPr marL="0" lvl="0" indent="0" algn="l" rtl="0">
              <a:spcBef>
                <a:spcPts val="0"/>
              </a:spcBef>
              <a:spcAft>
                <a:spcPts val="0"/>
              </a:spcAft>
              <a:buNone/>
            </a:pPr>
            <a:endParaRPr/>
          </a:p>
          <a:p>
            <a:pPr marL="0" lvl="0" indent="0" algn="l" rtl="0">
              <a:spcBef>
                <a:spcPts val="0"/>
              </a:spcBef>
              <a:spcAft>
                <a:spcPts val="0"/>
              </a:spcAft>
              <a:buClr>
                <a:schemeClr val="dk1"/>
              </a:buClr>
              <a:buFont typeface="Arial"/>
              <a:buNone/>
            </a:pPr>
            <a:r>
              <a:rPr lang="fr-FR" sz="1100">
                <a:latin typeface="Trebuchet MS"/>
                <a:ea typeface="Trebuchet MS"/>
                <a:cs typeface="Trebuchet MS"/>
                <a:sym typeface="Trebuchet MS"/>
              </a:rPr>
              <a:t>❖ Nous avons structuré le projet</a:t>
            </a:r>
            <a:endParaRPr/>
          </a:p>
          <a:p>
            <a:pPr marL="0" lvl="0" indent="457200" algn="l" rtl="0">
              <a:spcBef>
                <a:spcPts val="0"/>
              </a:spcBef>
              <a:spcAft>
                <a:spcPts val="0"/>
              </a:spcAft>
              <a:buNone/>
            </a:pPr>
            <a:r>
              <a:rPr lang="fr-FR"/>
              <a:t>- en ÉPICS, qui définissait les grandes fonctionnalités, puis en User Stories plus précises.</a:t>
            </a:r>
            <a:endParaRPr/>
          </a:p>
          <a:p>
            <a:pPr marL="0" lvl="0" indent="457200" algn="l" rtl="0">
              <a:spcBef>
                <a:spcPts val="0"/>
              </a:spcBef>
              <a:spcAft>
                <a:spcPts val="0"/>
              </a:spcAft>
              <a:buNone/>
            </a:pPr>
            <a:r>
              <a:rPr lang="fr-FR"/>
              <a:t>-Chaque User Story a été réfléchi détaillé et calibré et attribué à un développeur</a:t>
            </a:r>
            <a:endParaRPr/>
          </a:p>
          <a:p>
            <a:pPr marL="0" lvl="0" indent="457200" algn="l" rtl="0">
              <a:spcBef>
                <a:spcPts val="0"/>
              </a:spcBef>
              <a:spcAft>
                <a:spcPts val="0"/>
              </a:spcAft>
              <a:buNone/>
            </a:pPr>
            <a:r>
              <a:rPr lang="fr-FR"/>
              <a:t>-Elle ont était ensuite intégrer dans l’outil GitHub Project -&gt; vue sur l’avancement du projet</a:t>
            </a:r>
            <a:endParaRPr/>
          </a:p>
          <a:p>
            <a:pPr marL="0" lvl="0" indent="0" algn="l" rtl="0">
              <a:spcBef>
                <a:spcPts val="0"/>
              </a:spcBef>
              <a:spcAft>
                <a:spcPts val="0"/>
              </a:spcAft>
              <a:buNone/>
            </a:pPr>
            <a:endParaRPr/>
          </a:p>
          <a:p>
            <a:pPr marL="0" lvl="0" indent="0" algn="l" rtl="0">
              <a:spcBef>
                <a:spcPts val="0"/>
              </a:spcBef>
              <a:spcAft>
                <a:spcPts val="0"/>
              </a:spcAft>
              <a:buNone/>
            </a:pPr>
            <a:r>
              <a:rPr lang="fr-FR" sz="1100">
                <a:latin typeface="Trebuchet MS"/>
                <a:ea typeface="Trebuchet MS"/>
                <a:cs typeface="Trebuchet MS"/>
                <a:sym typeface="Trebuchet MS"/>
              </a:rPr>
              <a:t>❖ </a:t>
            </a:r>
            <a:r>
              <a:rPr lang="fr-FR"/>
              <a:t>Toutes les 2 semaines, nous organisions un temps pour présenter les avancées durant le spint, identifier les difficultés et ajuster les priorités ou de nouvelles modifition a apporter</a:t>
            </a:r>
            <a:endParaRPr/>
          </a:p>
          <a:p>
            <a:pPr marL="0" lvl="0" indent="457200" algn="l" rtl="0">
              <a:spcBef>
                <a:spcPts val="0"/>
              </a:spcBef>
              <a:spcAft>
                <a:spcPts val="0"/>
              </a:spcAft>
              <a:buNone/>
            </a:pPr>
            <a:r>
              <a:rPr lang="fr-FR"/>
              <a:t>Cette organisation m’a permis d’expérimenter concrètement le travail en mode projet Agile</a:t>
            </a:r>
            <a:endParaRPr/>
          </a:p>
          <a:p>
            <a:pPr marL="0" lvl="0" indent="457200" algn="l" rtl="0">
              <a:spcBef>
                <a:spcPts val="0"/>
              </a:spcBef>
              <a:spcAft>
                <a:spcPts val="0"/>
              </a:spcAft>
              <a:buNone/>
            </a:pPr>
            <a:r>
              <a:rPr lang="fr-FR"/>
              <a:t>avec une logique d’itération et d’amélioration en continue.</a:t>
            </a:r>
            <a:endParaRPr/>
          </a:p>
        </p:txBody>
      </p:sp>
      <p:sp>
        <p:nvSpPr>
          <p:cNvPr id="216" name="Google Shape;21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7" name="Google Shape;22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100">
                <a:latin typeface="Trebuchet MS"/>
                <a:ea typeface="Trebuchet MS"/>
                <a:cs typeface="Trebuchet MS"/>
                <a:sym typeface="Trebuchet MS"/>
              </a:rPr>
              <a:t>❖ </a:t>
            </a:r>
            <a:r>
              <a:rPr lang="fr-FR"/>
              <a:t>Le projet EasyCleanESAT étant collaboratif, nous avons mis en place un repository partagé sur GitHub.</a:t>
            </a:r>
            <a:endParaRPr/>
          </a:p>
          <a:p>
            <a:pPr marL="0" lvl="0" indent="0" algn="l" rtl="0">
              <a:spcBef>
                <a:spcPts val="0"/>
              </a:spcBef>
              <a:spcAft>
                <a:spcPts val="0"/>
              </a:spcAft>
              <a:buNone/>
            </a:pPr>
            <a:endParaRPr/>
          </a:p>
          <a:p>
            <a:pPr marL="0" lvl="0" indent="457200" algn="l" rtl="0">
              <a:spcBef>
                <a:spcPts val="0"/>
              </a:spcBef>
              <a:spcAft>
                <a:spcPts val="0"/>
              </a:spcAft>
              <a:buNone/>
            </a:pPr>
            <a:r>
              <a:rPr lang="fr-FR"/>
              <a:t>-Le but étant de pouvoir travailler tous ensemble sur le projet le tout sans avoir de probleme de conflit ou de gestion des versions</a:t>
            </a:r>
            <a:endParaRPr/>
          </a:p>
          <a:p>
            <a:pPr marL="0" lvl="0" indent="457200" algn="l" rtl="0">
              <a:spcBef>
                <a:spcPts val="0"/>
              </a:spcBef>
              <a:spcAft>
                <a:spcPts val="0"/>
              </a:spcAft>
              <a:buNone/>
            </a:pPr>
            <a:r>
              <a:rPr lang="fr-FR"/>
              <a:t>-avec en plus idéalement  un historique centralisé de ses versions.</a:t>
            </a:r>
            <a:endParaRPr/>
          </a:p>
          <a:p>
            <a:pPr marL="0" lvl="0" indent="0" algn="l" rtl="0">
              <a:spcBef>
                <a:spcPts val="0"/>
              </a:spcBef>
              <a:spcAft>
                <a:spcPts val="0"/>
              </a:spcAft>
              <a:buNone/>
            </a:pPr>
            <a:endParaRPr/>
          </a:p>
          <a:p>
            <a:pPr marL="0" lvl="0" indent="0" algn="l" rtl="0">
              <a:spcBef>
                <a:spcPts val="0"/>
              </a:spcBef>
              <a:spcAft>
                <a:spcPts val="0"/>
              </a:spcAft>
              <a:buNone/>
            </a:pPr>
            <a:r>
              <a:rPr lang="fr-FR" sz="1100">
                <a:latin typeface="Trebuchet MS"/>
                <a:ea typeface="Trebuchet MS"/>
                <a:cs typeface="Trebuchet MS"/>
                <a:sym typeface="Trebuchet MS"/>
              </a:rPr>
              <a:t>❖ </a:t>
            </a:r>
            <a:r>
              <a:rPr lang="fr-FR"/>
              <a:t>Chaque nouvelle fonctionnalité était développée sur une branche dédiée correspondant à une US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fr-FR" sz="1100">
                <a:latin typeface="Trebuchet MS"/>
                <a:ea typeface="Trebuchet MS"/>
                <a:cs typeface="Trebuchet MS"/>
                <a:sym typeface="Trebuchet MS"/>
              </a:rPr>
              <a:t>❖ </a:t>
            </a:r>
            <a:r>
              <a:rPr lang="fr-FR"/>
              <a:t>Pour garantir un suivi de la qualité</a:t>
            </a:r>
            <a:endParaRPr/>
          </a:p>
          <a:p>
            <a:pPr marL="0" lvl="0" indent="457200" algn="l" rtl="0">
              <a:spcBef>
                <a:spcPts val="0"/>
              </a:spcBef>
              <a:spcAft>
                <a:spcPts val="0"/>
              </a:spcAft>
              <a:buNone/>
            </a:pPr>
            <a:r>
              <a:rPr lang="fr-FR"/>
              <a:t>-Une fois le développement terminé de notre US, une pull request était ouverte.</a:t>
            </a:r>
            <a:endParaRPr/>
          </a:p>
          <a:p>
            <a:pPr marL="0" lvl="0" indent="0" algn="l" rtl="0">
              <a:spcBef>
                <a:spcPts val="0"/>
              </a:spcBef>
              <a:spcAft>
                <a:spcPts val="0"/>
              </a:spcAft>
              <a:buNone/>
            </a:pPr>
            <a:r>
              <a:rPr lang="fr-FR"/>
              <a:t>	-Cela permettait à un autre développeur de relire le code avant son intégration.</a:t>
            </a:r>
            <a:endParaRPr/>
          </a:p>
          <a:p>
            <a:pPr marL="0" lvl="0" indent="457200" algn="l" rtl="0">
              <a:spcBef>
                <a:spcPts val="0"/>
              </a:spcBef>
              <a:spcAft>
                <a:spcPts val="0"/>
              </a:spcAft>
              <a:buNone/>
            </a:pPr>
            <a:r>
              <a:rPr lang="fr-FR"/>
              <a:t>-Après validation, la modification était merger sur la branche principale.</a:t>
            </a:r>
            <a:endParaRPr/>
          </a:p>
          <a:p>
            <a:pPr marL="0" lvl="0" indent="0" algn="l" rtl="0">
              <a:spcBef>
                <a:spcPts val="0"/>
              </a:spcBef>
              <a:spcAft>
                <a:spcPts val="0"/>
              </a:spcAft>
              <a:buNone/>
            </a:pPr>
            <a:endParaRPr/>
          </a:p>
          <a:p>
            <a:pPr marL="0" lvl="0" indent="0" algn="l" rtl="0">
              <a:spcBef>
                <a:spcPts val="0"/>
              </a:spcBef>
              <a:spcAft>
                <a:spcPts val="0"/>
              </a:spcAft>
              <a:buNone/>
            </a:pPr>
            <a:r>
              <a:rPr lang="fr-FR" sz="1100">
                <a:latin typeface="Trebuchet MS"/>
                <a:ea typeface="Trebuchet MS"/>
                <a:cs typeface="Trebuchet MS"/>
                <a:sym typeface="Trebuchet MS"/>
              </a:rPr>
              <a:t>❖ </a:t>
            </a:r>
            <a:r>
              <a:rPr lang="fr-FR"/>
              <a:t>Cette organisation nous a permis d’assurer</a:t>
            </a:r>
            <a:endParaRPr/>
          </a:p>
          <a:p>
            <a:pPr marL="0" lvl="0" indent="457200" algn="l" rtl="0">
              <a:spcBef>
                <a:spcPts val="0"/>
              </a:spcBef>
              <a:spcAft>
                <a:spcPts val="0"/>
              </a:spcAft>
              <a:buNone/>
            </a:pPr>
            <a:r>
              <a:rPr lang="fr-FR"/>
              <a:t>-la traçabilité des évolutions,</a:t>
            </a:r>
            <a:endParaRPr/>
          </a:p>
          <a:p>
            <a:pPr marL="0" lvl="0" indent="457200" algn="l" rtl="0">
              <a:spcBef>
                <a:spcPts val="0"/>
              </a:spcBef>
              <a:spcAft>
                <a:spcPts val="0"/>
              </a:spcAft>
              <a:buNone/>
            </a:pPr>
            <a:r>
              <a:rPr lang="fr-FR"/>
              <a:t>-le suivi des User Stories </a:t>
            </a:r>
            <a:endParaRPr/>
          </a:p>
          <a:p>
            <a:pPr marL="457200" lvl="0" indent="0" algn="l" rtl="0">
              <a:spcBef>
                <a:spcPts val="0"/>
              </a:spcBef>
              <a:spcAft>
                <a:spcPts val="0"/>
              </a:spcAft>
              <a:buNone/>
            </a:pPr>
            <a:r>
              <a:rPr lang="fr-FR"/>
              <a:t>-possibilité de revenir en arrière en cas d’erreur.</a:t>
            </a:r>
            <a:endParaRPr/>
          </a:p>
          <a:p>
            <a:pPr marL="0" lvl="0" indent="0" algn="l" rtl="0">
              <a:spcBef>
                <a:spcPts val="0"/>
              </a:spcBef>
              <a:spcAft>
                <a:spcPts val="0"/>
              </a:spcAft>
              <a:buNone/>
            </a:pPr>
            <a:endParaRPr/>
          </a:p>
        </p:txBody>
      </p:sp>
      <p:sp>
        <p:nvSpPr>
          <p:cNvPr id="228" name="Google Shape;228;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Sur le projet PortfolioBuilder, qui est un autre projet réaliser au centre de formation</a:t>
            </a:r>
            <a:endParaRPr/>
          </a:p>
          <a:p>
            <a:pPr marL="0" lvl="0" indent="0" algn="l" rtl="0">
              <a:spcBef>
                <a:spcPts val="0"/>
              </a:spcBef>
              <a:spcAft>
                <a:spcPts val="0"/>
              </a:spcAft>
              <a:buNone/>
            </a:pPr>
            <a:endParaRPr sz="1100" b="1"/>
          </a:p>
          <a:p>
            <a:pPr marL="0" lvl="0" indent="0" algn="l" rtl="0">
              <a:spcBef>
                <a:spcPts val="0"/>
              </a:spcBef>
              <a:spcAft>
                <a:spcPts val="0"/>
              </a:spcAft>
              <a:buNone/>
            </a:pPr>
            <a:r>
              <a:rPr lang="fr-FR" sz="1100" b="1"/>
              <a:t>❖	 </a:t>
            </a:r>
            <a:r>
              <a:rPr lang="fr-FR"/>
              <a:t>c’est une application multi-utilisateurs développée avec Spring Boot</a:t>
            </a:r>
            <a:endParaRPr/>
          </a:p>
          <a:p>
            <a:pPr marL="0" lvl="0" indent="457200" algn="l" rtl="0">
              <a:spcBef>
                <a:spcPts val="0"/>
              </a:spcBef>
              <a:spcAft>
                <a:spcPts val="0"/>
              </a:spcAft>
              <a:buNone/>
            </a:pPr>
            <a:r>
              <a:rPr lang="fr-FR"/>
              <a:t> j’ai travaillé sur la sécurisation des accès</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J’ai intégré Spring Security au projet</a:t>
            </a:r>
            <a:endParaRPr/>
          </a:p>
          <a:p>
            <a:pPr marL="0" lvl="0" indent="457200" algn="l" rtl="0">
              <a:spcBef>
                <a:spcPts val="0"/>
              </a:spcBef>
              <a:spcAft>
                <a:spcPts val="0"/>
              </a:spcAft>
              <a:buNone/>
            </a:pPr>
            <a:r>
              <a:rPr lang="fr-FR"/>
              <a:t>-afin de mettre en place un système d’authentification basé sur un identifiant et un mot de passe hashé.</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J’ai créé une entité User en base de données, puis défini deux rôles : ADMIN et USER.</a:t>
            </a:r>
            <a:endParaRPr/>
          </a:p>
          <a:p>
            <a:pPr marL="0" lvl="0" indent="0" algn="l" rtl="0">
              <a:spcBef>
                <a:spcPts val="0"/>
              </a:spcBef>
              <a:spcAft>
                <a:spcPts val="0"/>
              </a:spcAft>
              <a:buNone/>
            </a:pPr>
            <a:endParaRPr/>
          </a:p>
          <a:p>
            <a:pPr marL="0" lvl="0" indent="457200" algn="l" rtl="0">
              <a:spcBef>
                <a:spcPts val="0"/>
              </a:spcBef>
              <a:spcAft>
                <a:spcPts val="0"/>
              </a:spcAft>
              <a:buNone/>
            </a:pPr>
            <a:r>
              <a:rPr lang="fr-FR"/>
              <a:t>-Certaines routes sensibles redirige vers une authentification si la personne n’a pas les droit adéquat</a:t>
            </a:r>
            <a:endParaRPr/>
          </a:p>
          <a:p>
            <a:pPr marL="0" lvl="0" indent="457200" algn="l" rtl="0">
              <a:spcBef>
                <a:spcPts val="0"/>
              </a:spcBef>
              <a:spcAft>
                <a:spcPts val="0"/>
              </a:spcAft>
              <a:buNone/>
            </a:pPr>
            <a:r>
              <a:rPr lang="fr-FR"/>
              <a:t>- comme la gestion des utilisateurs ou la suppression de données, sont accessibles uniquement au profil ADMIN.</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J’ai ensuite vérifié le bon fonctionnement des habilitations en testant différents profils utilisateurs pour m’assurer que les restrictions étaient bien appliquées.</a:t>
            </a:r>
            <a:endParaRPr/>
          </a:p>
          <a:p>
            <a:pPr marL="0" lvl="0" indent="0" algn="l" rtl="0">
              <a:spcBef>
                <a:spcPts val="0"/>
              </a:spcBef>
              <a:spcAft>
                <a:spcPts val="0"/>
              </a:spcAft>
              <a:buNone/>
            </a:pPr>
            <a:endParaRPr/>
          </a:p>
        </p:txBody>
      </p:sp>
      <p:sp>
        <p:nvSpPr>
          <p:cNvPr id="239" name="Google Shape;23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1" name="Google Shape;25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100" b="1"/>
              <a:t>❖ </a:t>
            </a:r>
            <a:r>
              <a:rPr lang="fr-FR"/>
              <a:t>Sur autre projet TestDriven qui est une application de gestion de clients et prestataire , développée sur spring boot que nous avons réalisé au centre de formation, </a:t>
            </a:r>
            <a:endParaRPr/>
          </a:p>
          <a:p>
            <a:pPr marL="0" lvl="0" indent="0" algn="l" rtl="0">
              <a:spcBef>
                <a:spcPts val="0"/>
              </a:spcBef>
              <a:spcAft>
                <a:spcPts val="0"/>
              </a:spcAft>
              <a:buNone/>
            </a:pPr>
            <a:endParaRPr/>
          </a:p>
          <a:p>
            <a:pPr marL="0" lvl="0" indent="457200" algn="l" rtl="0">
              <a:spcBef>
                <a:spcPts val="0"/>
              </a:spcBef>
              <a:spcAft>
                <a:spcPts val="0"/>
              </a:spcAft>
              <a:buNone/>
            </a:pPr>
            <a:r>
              <a:rPr lang="fr-FR"/>
              <a:t>-Afin de sécuriser les évolutions du projets</a:t>
            </a:r>
            <a:endParaRPr/>
          </a:p>
          <a:p>
            <a:pPr marL="0" lvl="0" indent="457200" algn="l" rtl="0">
              <a:spcBef>
                <a:spcPts val="0"/>
              </a:spcBef>
              <a:spcAft>
                <a:spcPts val="0"/>
              </a:spcAft>
              <a:buNone/>
            </a:pPr>
            <a:r>
              <a:rPr lang="fr-FR"/>
              <a:t>-Ainsi que la continuité du service</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j’ai mis en place des tests unitaires sur certaines fonctionnalités</a:t>
            </a:r>
            <a:endParaRPr/>
          </a:p>
          <a:p>
            <a:pPr marL="0" lvl="0" indent="457200" algn="l" rtl="0">
              <a:spcBef>
                <a:spcPts val="0"/>
              </a:spcBef>
              <a:spcAft>
                <a:spcPts val="0"/>
              </a:spcAft>
              <a:buNone/>
            </a:pPr>
            <a:r>
              <a:rPr lang="fr-FR"/>
              <a:t>-afin de pouvoir vérifier au fur et a mesure si l'implémentation de nouvelles méthodes ne venait pas perturber une autre.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L’objectif était de vérifier automatiquement que l’ensemble des fonctionnalité de l’application reste fonctionnel après chaque modification.</a:t>
            </a:r>
            <a:endParaRPr/>
          </a:p>
          <a:p>
            <a:pPr marL="0" lvl="0" indent="0" algn="l" rtl="0">
              <a:spcBef>
                <a:spcPts val="0"/>
              </a:spcBef>
              <a:spcAft>
                <a:spcPts val="0"/>
              </a:spcAft>
              <a:buNone/>
            </a:pPr>
            <a:endParaRPr/>
          </a:p>
          <a:p>
            <a:pPr marL="0" lvl="0" indent="457200" algn="l" rtl="0">
              <a:spcBef>
                <a:spcPts val="0"/>
              </a:spcBef>
              <a:spcAft>
                <a:spcPts val="0"/>
              </a:spcAft>
              <a:buNone/>
            </a:pPr>
            <a:r>
              <a:rPr lang="fr-FR"/>
              <a:t>-Cette approche limite les régressions </a:t>
            </a:r>
            <a:endParaRPr/>
          </a:p>
          <a:p>
            <a:pPr marL="0" lvl="0" indent="457200" algn="l" rtl="0">
              <a:spcBef>
                <a:spcPts val="0"/>
              </a:spcBef>
              <a:spcAft>
                <a:spcPts val="0"/>
              </a:spcAft>
              <a:buNone/>
            </a:pPr>
            <a:r>
              <a:rPr lang="fr-FR"/>
              <a:t>-Renforce la fiabilité globale du service et sa continuité.</a:t>
            </a:r>
            <a:endParaRPr/>
          </a:p>
        </p:txBody>
      </p:sp>
      <p:sp>
        <p:nvSpPr>
          <p:cNvPr id="252" name="Google Shape;25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100" b="1"/>
              <a:t>❖ </a:t>
            </a:r>
            <a:r>
              <a:rPr lang="fr-FR"/>
              <a:t>Avant la formation, j’avais créé un premier outil sous Excel afin de générer des fiches d’intervention.</a:t>
            </a:r>
            <a:endParaRPr/>
          </a:p>
          <a:p>
            <a:pPr marL="0" lvl="0" indent="0" algn="l" rtl="0">
              <a:spcBef>
                <a:spcPts val="0"/>
              </a:spcBef>
              <a:spcAft>
                <a:spcPts val="0"/>
              </a:spcAft>
              <a:buNone/>
            </a:pPr>
            <a:endParaRPr/>
          </a:p>
          <a:p>
            <a:pPr marL="0" lvl="0" indent="0" algn="l" rtl="0">
              <a:spcBef>
                <a:spcPts val="0"/>
              </a:spcBef>
              <a:spcAft>
                <a:spcPts val="0"/>
              </a:spcAft>
              <a:buNone/>
            </a:pPr>
            <a:r>
              <a:rPr lang="fr-FR" sz="1100" b="1"/>
              <a:t>❖ </a:t>
            </a:r>
            <a:r>
              <a:rPr lang="fr-FR"/>
              <a:t>Ce mini-logiciel permettait de structurer les informations chantier et de produire des documents normalisés.</a:t>
            </a:r>
            <a:endParaRPr/>
          </a:p>
          <a:p>
            <a:pPr marL="0" lvl="0" indent="0" algn="l" rtl="0">
              <a:spcBef>
                <a:spcPts val="0"/>
              </a:spcBef>
              <a:spcAft>
                <a:spcPts val="0"/>
              </a:spcAft>
              <a:buNone/>
            </a:pPr>
            <a:endParaRPr/>
          </a:p>
          <a:p>
            <a:pPr marL="0" lvl="0" indent="0" algn="l" rtl="0">
              <a:spcBef>
                <a:spcPts val="0"/>
              </a:spcBef>
              <a:spcAft>
                <a:spcPts val="0"/>
              </a:spcAft>
              <a:buNone/>
            </a:pPr>
            <a:r>
              <a:rPr lang="fr-FR"/>
              <a:t>J’ai rédigé une procédure d’utilisation simple ainsi qu’une procédure de mise à jour des données, afin d’assurer la pérennité de l’outil.</a:t>
            </a:r>
            <a:endParaRPr/>
          </a:p>
          <a:p>
            <a:pPr marL="0" lvl="0" indent="0" algn="l" rtl="0">
              <a:spcBef>
                <a:spcPts val="0"/>
              </a:spcBef>
              <a:spcAft>
                <a:spcPts val="0"/>
              </a:spcAft>
              <a:buNone/>
            </a:pPr>
            <a:endParaRPr/>
          </a:p>
          <a:p>
            <a:pPr marL="0" lvl="0" indent="0" algn="l" rtl="0">
              <a:spcBef>
                <a:spcPts val="0"/>
              </a:spcBef>
              <a:spcAft>
                <a:spcPts val="0"/>
              </a:spcAft>
              <a:buNone/>
            </a:pPr>
            <a:r>
              <a:rPr lang="fr-FR"/>
              <a:t>J’ai présenté le logiciel lors de la réunion hebdomadaire avec l’ensemble des employés de l’esat</a:t>
            </a:r>
            <a:endParaRPr/>
          </a:p>
          <a:p>
            <a:pPr marL="0" lvl="0" indent="0" algn="l" rtl="0">
              <a:spcBef>
                <a:spcPts val="0"/>
              </a:spcBef>
              <a:spcAft>
                <a:spcPts val="0"/>
              </a:spcAft>
              <a:buNone/>
            </a:pPr>
            <a:r>
              <a:rPr lang="fr-FR"/>
              <a:t> puis des temps de formation en tête-à-tête ont été organisés pour accompagner les utilisateurs dans sa prise en main.</a:t>
            </a:r>
            <a:endParaRPr/>
          </a:p>
          <a:p>
            <a:pPr marL="0" lvl="0" indent="0" algn="l" rtl="0">
              <a:spcBef>
                <a:spcPts val="0"/>
              </a:spcBef>
              <a:spcAft>
                <a:spcPts val="0"/>
              </a:spcAft>
              <a:buNone/>
            </a:pPr>
            <a:endParaRPr/>
          </a:p>
          <a:p>
            <a:pPr marL="0" lvl="0" indent="0" algn="l" rtl="0">
              <a:spcBef>
                <a:spcPts val="0"/>
              </a:spcBef>
              <a:spcAft>
                <a:spcPts val="0"/>
              </a:spcAft>
              <a:buNone/>
            </a:pPr>
            <a:r>
              <a:rPr lang="fr-FR"/>
              <a:t>L’objectif était de sécuriser l’usage de l’outil et de permettre une utilisation autonome par les professionnels ayant des connaissances même limités en bureautique.</a:t>
            </a:r>
            <a:endParaRPr/>
          </a:p>
          <a:p>
            <a:pPr marL="0" lvl="0" indent="0" algn="l" rtl="0">
              <a:spcBef>
                <a:spcPts val="0"/>
              </a:spcBef>
              <a:spcAft>
                <a:spcPts val="0"/>
              </a:spcAft>
              <a:buNone/>
            </a:pPr>
            <a:endParaRPr/>
          </a:p>
        </p:txBody>
      </p:sp>
      <p:sp>
        <p:nvSpPr>
          <p:cNvPr id="265" name="Google Shape;26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sz="1100">
                <a:latin typeface="Trebuchet MS"/>
                <a:ea typeface="Trebuchet MS"/>
                <a:cs typeface="Trebuchet MS"/>
                <a:sym typeface="Trebuchet MS"/>
              </a:rPr>
              <a:t>❖ </a:t>
            </a:r>
            <a:r>
              <a:rPr lang="fr-FR"/>
              <a:t>Concernant la valorisation de l’ESAT, la communication institutionnelle est normalement centralisée par la Fondation ANAIS.</a:t>
            </a:r>
            <a:endParaRPr/>
          </a:p>
          <a:p>
            <a:pPr marL="0" lvl="0" indent="0" algn="l" rtl="0">
              <a:spcBef>
                <a:spcPts val="0"/>
              </a:spcBef>
              <a:spcAft>
                <a:spcPts val="0"/>
              </a:spcAft>
              <a:buNone/>
            </a:pPr>
            <a:endParaRPr/>
          </a:p>
          <a:p>
            <a:pPr marL="0" lvl="0" indent="0" algn="l" rtl="0">
              <a:spcBef>
                <a:spcPts val="0"/>
              </a:spcBef>
              <a:spcAft>
                <a:spcPts val="0"/>
              </a:spcAft>
              <a:buNone/>
            </a:pPr>
            <a:r>
              <a:rPr lang="fr-FR"/>
              <a:t>Je devais réaliser une immersion auprès du service communication au siège, mais celui-ci était en pleine restructuration et n’était pas en mesure de m'accueillir.</a:t>
            </a:r>
            <a:endParaRPr/>
          </a:p>
          <a:p>
            <a:pPr marL="0" lvl="0" indent="0" algn="l" rtl="0">
              <a:spcBef>
                <a:spcPts val="0"/>
              </a:spcBef>
              <a:spcAft>
                <a:spcPts val="0"/>
              </a:spcAft>
              <a:buNone/>
            </a:pPr>
            <a:endParaRPr/>
          </a:p>
          <a:p>
            <a:pPr marL="0" lvl="0" indent="0" algn="l" rtl="0">
              <a:spcBef>
                <a:spcPts val="0"/>
              </a:spcBef>
              <a:spcAft>
                <a:spcPts val="0"/>
              </a:spcAft>
              <a:buNone/>
            </a:pPr>
            <a:r>
              <a:rPr lang="fr-FR" sz="1100">
                <a:latin typeface="Trebuchet MS"/>
                <a:ea typeface="Trebuchet MS"/>
                <a:cs typeface="Trebuchet MS"/>
                <a:sym typeface="Trebuchet MS"/>
              </a:rPr>
              <a:t>❖ </a:t>
            </a:r>
            <a:r>
              <a:rPr lang="fr-FR"/>
              <a:t>J’ai donc adapté ma démarche en m’intéressant à la communication mise en place par le directeur de l’ESAT Monsieur Franck Antier via LinkedIn.</a:t>
            </a:r>
            <a:endParaRPr/>
          </a:p>
          <a:p>
            <a:pPr marL="0" lvl="0" indent="0" algn="l" rtl="0">
              <a:spcBef>
                <a:spcPts val="0"/>
              </a:spcBef>
              <a:spcAft>
                <a:spcPts val="0"/>
              </a:spcAft>
              <a:buNone/>
            </a:pPr>
            <a:endParaRPr/>
          </a:p>
          <a:p>
            <a:pPr marL="0" lvl="0" indent="0" algn="l" rtl="0">
              <a:spcBef>
                <a:spcPts val="0"/>
              </a:spcBef>
              <a:spcAft>
                <a:spcPts val="0"/>
              </a:spcAft>
              <a:buNone/>
            </a:pPr>
            <a:r>
              <a:rPr lang="fr-FR"/>
              <a:t>Sa stratégie repose sur deux axes :</a:t>
            </a:r>
            <a:endParaRPr/>
          </a:p>
          <a:p>
            <a:pPr marL="0" lvl="0" indent="0" algn="l" rtl="0">
              <a:spcBef>
                <a:spcPts val="0"/>
              </a:spcBef>
              <a:spcAft>
                <a:spcPts val="0"/>
              </a:spcAft>
              <a:buNone/>
            </a:pPr>
            <a:r>
              <a:rPr lang="fr-FR"/>
              <a:t>	-valoriser nos pratiques auprès des acteurs du médico-social, dans le but de montrer à tous les acteurs du médico-social que la transformation de ses établissement est possible à coût constant.</a:t>
            </a:r>
            <a:endParaRPr/>
          </a:p>
          <a:p>
            <a:pPr marL="0" lvl="0" indent="0" algn="l" rtl="0">
              <a:spcBef>
                <a:spcPts val="0"/>
              </a:spcBef>
              <a:spcAft>
                <a:spcPts val="0"/>
              </a:spcAft>
              <a:buNone/>
            </a:pPr>
            <a:endParaRPr/>
          </a:p>
          <a:p>
            <a:pPr marL="0" lvl="0" indent="0" algn="l" rtl="0">
              <a:spcBef>
                <a:spcPts val="0"/>
              </a:spcBef>
              <a:spcAft>
                <a:spcPts val="0"/>
              </a:spcAft>
              <a:buNone/>
            </a:pPr>
            <a:r>
              <a:rPr lang="fr-FR"/>
              <a:t>	-La deuxième, promouvoir notre savoir-faire et les compétences de nos usagers afin d’attirer de nouveaux partenaires.</a:t>
            </a:r>
            <a:endParaRPr/>
          </a:p>
          <a:p>
            <a:pPr marL="0" lvl="0" indent="0" algn="l" rtl="0">
              <a:spcBef>
                <a:spcPts val="0"/>
              </a:spcBef>
              <a:spcAft>
                <a:spcPts val="0"/>
              </a:spcAft>
              <a:buNone/>
            </a:pPr>
            <a:endParaRPr/>
          </a:p>
          <a:p>
            <a:pPr marL="0" lvl="0" indent="0" algn="l" rtl="0">
              <a:spcBef>
                <a:spcPts val="0"/>
              </a:spcBef>
              <a:spcAft>
                <a:spcPts val="0"/>
              </a:spcAft>
              <a:buNone/>
            </a:pPr>
            <a:r>
              <a:rPr lang="fr-FR" sz="1100">
                <a:latin typeface="Trebuchet MS"/>
                <a:ea typeface="Trebuchet MS"/>
                <a:cs typeface="Trebuchet MS"/>
                <a:sym typeface="Trebuchet MS"/>
              </a:rPr>
              <a:t>❖ </a:t>
            </a:r>
            <a:r>
              <a:rPr lang="fr-FR"/>
              <a:t>Nous avons organisé un vote interne pour recueillir l’accord du personnel, et chaque personne apparaissant sur les réseaux sociaux a signé un consentement écrit, afin de respecter le droit à l’image.</a:t>
            </a:r>
            <a:endParaRPr/>
          </a:p>
        </p:txBody>
      </p:sp>
      <p:sp>
        <p:nvSpPr>
          <p:cNvPr id="281" name="Google Shape;28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Pour maintenir le développement de mes compétences professionnels du numérique je me suis concentré principalement sur 4  sujet </a:t>
            </a:r>
            <a:endParaRPr/>
          </a:p>
          <a:p>
            <a:pPr marL="0" lvl="0" indent="457200" algn="l" rtl="0">
              <a:spcBef>
                <a:spcPts val="0"/>
              </a:spcBef>
              <a:spcAft>
                <a:spcPts val="0"/>
              </a:spcAft>
              <a:buNone/>
            </a:pPr>
            <a:r>
              <a:rPr lang="fr-FR"/>
              <a:t>cybersécurité</a:t>
            </a:r>
            <a:endParaRPr/>
          </a:p>
          <a:p>
            <a:pPr marL="0" lvl="0" indent="457200" algn="l" rtl="0">
              <a:spcBef>
                <a:spcPts val="0"/>
              </a:spcBef>
              <a:spcAft>
                <a:spcPts val="0"/>
              </a:spcAft>
              <a:buNone/>
            </a:pPr>
            <a:r>
              <a:rPr lang="fr-FR"/>
              <a:t>le développement  compétences techniques </a:t>
            </a:r>
            <a:endParaRPr/>
          </a:p>
          <a:p>
            <a:pPr marL="0" lvl="0" indent="457200" algn="l" rtl="0">
              <a:spcBef>
                <a:spcPts val="0"/>
              </a:spcBef>
              <a:spcAft>
                <a:spcPts val="0"/>
              </a:spcAft>
              <a:buNone/>
            </a:pPr>
            <a:r>
              <a:rPr lang="fr-FR"/>
              <a:t>l’intelligence artificielle</a:t>
            </a:r>
            <a:endParaRPr/>
          </a:p>
          <a:p>
            <a:pPr marL="0" lvl="0" indent="457200" algn="l" rtl="0">
              <a:spcBef>
                <a:spcPts val="0"/>
              </a:spcBef>
              <a:spcAft>
                <a:spcPts val="0"/>
              </a:spcAft>
              <a:buNone/>
            </a:pPr>
            <a:r>
              <a:rPr lang="fr-FR"/>
              <a:t>la législation.</a:t>
            </a:r>
            <a:endParaRPr/>
          </a:p>
          <a:p>
            <a:pPr marL="0" lvl="0" indent="0" algn="l" rtl="0">
              <a:spcBef>
                <a:spcPts val="0"/>
              </a:spcBef>
              <a:spcAft>
                <a:spcPts val="0"/>
              </a:spcAft>
              <a:buNone/>
            </a:pPr>
            <a:endParaRPr/>
          </a:p>
          <a:p>
            <a:pPr marL="0" lvl="0" indent="0" algn="l" rtl="0">
              <a:spcBef>
                <a:spcPts val="0"/>
              </a:spcBef>
              <a:spcAft>
                <a:spcPts val="0"/>
              </a:spcAft>
              <a:buNone/>
            </a:pPr>
            <a:r>
              <a:rPr lang="fr-FR" sz="1100">
                <a:latin typeface="Trebuchet MS"/>
                <a:ea typeface="Trebuchet MS"/>
                <a:cs typeface="Trebuchet MS"/>
                <a:sym typeface="Trebuchet MS"/>
              </a:rPr>
              <a:t>❖ Je me suis formé en continue</a:t>
            </a:r>
            <a:endParaRPr sz="1100">
              <a:latin typeface="Trebuchet MS"/>
              <a:ea typeface="Trebuchet MS"/>
              <a:cs typeface="Trebuchet MS"/>
              <a:sym typeface="Trebuchet MS"/>
            </a:endParaRPr>
          </a:p>
          <a:p>
            <a:pPr marL="0" lvl="0" indent="0" algn="l" rtl="0">
              <a:spcBef>
                <a:spcPts val="0"/>
              </a:spcBef>
              <a:spcAft>
                <a:spcPts val="0"/>
              </a:spcAft>
              <a:buNone/>
            </a:pPr>
            <a:r>
              <a:rPr lang="fr-FR"/>
              <a:t>-Sur le volet cybersécurité</a:t>
            </a:r>
            <a:endParaRPr/>
          </a:p>
          <a:p>
            <a:pPr marL="0" lvl="0" indent="457200" algn="l" rtl="0">
              <a:spcBef>
                <a:spcPts val="0"/>
              </a:spcBef>
              <a:spcAft>
                <a:spcPts val="0"/>
              </a:spcAft>
              <a:buNone/>
            </a:pPr>
            <a:r>
              <a:rPr lang="fr-FR"/>
              <a:t> -j’ai obtenu la certification SecNumAcadémie </a:t>
            </a:r>
            <a:endParaRPr/>
          </a:p>
          <a:p>
            <a:pPr marL="0" lvl="0" indent="457200" algn="l" rtl="0">
              <a:spcBef>
                <a:spcPts val="0"/>
              </a:spcBef>
              <a:spcAft>
                <a:spcPts val="0"/>
              </a:spcAft>
              <a:buNone/>
            </a:pPr>
            <a:r>
              <a:rPr lang="fr-FR"/>
              <a:t>participé à des exercices de type Capture The Flag sur la plateforme Passetonhack et rootme.</a:t>
            </a:r>
            <a:endParaRPr/>
          </a:p>
          <a:p>
            <a:pPr marL="0" lvl="0" indent="0" algn="l" rtl="0">
              <a:spcBef>
                <a:spcPts val="0"/>
              </a:spcBef>
              <a:spcAft>
                <a:spcPts val="0"/>
              </a:spcAft>
              <a:buNone/>
            </a:pPr>
            <a:br>
              <a:rPr lang="fr-FR"/>
            </a:br>
            <a:r>
              <a:rPr lang="fr-FR"/>
              <a:t>	-Ces exercices m’ont permis de comprendre concrètement les logiques d’attaque et de défense d’un logiciel.</a:t>
            </a:r>
            <a:endParaRPr/>
          </a:p>
          <a:p>
            <a:pPr marL="0" lvl="0" indent="0" algn="l" rtl="0">
              <a:spcBef>
                <a:spcPts val="0"/>
              </a:spcBef>
              <a:spcAft>
                <a:spcPts val="0"/>
              </a:spcAft>
              <a:buNone/>
            </a:pPr>
            <a:endParaRPr/>
          </a:p>
          <a:p>
            <a:pPr marL="0" lvl="0" indent="457200" algn="l" rtl="0">
              <a:spcBef>
                <a:spcPts val="0"/>
              </a:spcBef>
              <a:spcAft>
                <a:spcPts val="0"/>
              </a:spcAft>
              <a:buNone/>
            </a:pPr>
            <a:r>
              <a:rPr lang="fr-FR"/>
              <a:t>-D’un point de vue technique, j’ai suivi des formations sur VBA et Access via OpenClassrooms afin de renforcer mes compétences en développement d’outils métiers adaptés à l’ESAT.</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fr-FR" sz="1100">
                <a:latin typeface="Trebuchet MS"/>
                <a:ea typeface="Trebuchet MS"/>
                <a:cs typeface="Trebuchet MS"/>
                <a:sym typeface="Trebuchet MS"/>
              </a:rPr>
              <a:t>❖</a:t>
            </a:r>
            <a:r>
              <a:rPr lang="fr-FR"/>
              <a:t>J’ai mis en place une veille active technique et réglementaire sur ces sujet également afin de rester informer sur les différentes évolutions concernant ses sujet</a:t>
            </a:r>
            <a:endParaRPr/>
          </a:p>
          <a:p>
            <a:pPr marL="0" lvl="0" indent="0" algn="l" rtl="0">
              <a:spcBef>
                <a:spcPts val="0"/>
              </a:spcBef>
              <a:spcAft>
                <a:spcPts val="0"/>
              </a:spcAft>
              <a:buNone/>
            </a:pPr>
            <a:br>
              <a:rPr lang="fr-FR"/>
            </a:br>
            <a:r>
              <a:rPr lang="fr-FR"/>
              <a:t>	-Je m’informe notamment via des chaînes youtube spécialisées comme IA Stratégie pour avoir les derniere fonctionnalité ou avancé de l’IA pour me permettre d’adapter mon comportement en entreprise en utilisant les outils les plus performant, ou encore d’integrer l’IA dans mes pratiques dans les tâches les plus répétitives</a:t>
            </a:r>
            <a:endParaRPr/>
          </a:p>
          <a:p>
            <a:pPr marL="0" lvl="0" indent="0" algn="l" rtl="0">
              <a:spcBef>
                <a:spcPts val="0"/>
              </a:spcBef>
              <a:spcAft>
                <a:spcPts val="0"/>
              </a:spcAft>
              <a:buNone/>
            </a:pPr>
            <a:endParaRPr/>
          </a:p>
          <a:p>
            <a:pPr marL="0" lvl="0" indent="457200" algn="l" rtl="0">
              <a:spcBef>
                <a:spcPts val="0"/>
              </a:spcBef>
              <a:spcAft>
                <a:spcPts val="0"/>
              </a:spcAft>
              <a:buNone/>
            </a:pPr>
            <a:r>
              <a:rPr lang="fr-FR"/>
              <a:t>-j’utilise également flux RSS via Feedly pour suivre -les nouvelles formations sur openclassroom concernant l’IA</a:t>
            </a:r>
            <a:endParaRPr/>
          </a:p>
          <a:p>
            <a:pPr marL="0" lvl="0" indent="457200" algn="l" rtl="0">
              <a:spcBef>
                <a:spcPts val="0"/>
              </a:spcBef>
              <a:spcAft>
                <a:spcPts val="0"/>
              </a:spcAft>
              <a:buNone/>
            </a:pPr>
            <a:r>
              <a:rPr lang="fr-FR"/>
              <a:t>pour etre informer des nouvelles formation que la plateforme propose à propos du numérique</a:t>
            </a:r>
            <a:endParaRPr/>
          </a:p>
          <a:p>
            <a:pPr marL="0" lvl="0" indent="457200" algn="l" rtl="0">
              <a:spcBef>
                <a:spcPts val="0"/>
              </a:spcBef>
              <a:spcAft>
                <a:spcPts val="0"/>
              </a:spcAft>
              <a:buNone/>
            </a:pPr>
            <a:endParaRPr/>
          </a:p>
          <a:p>
            <a:pPr marL="0" lvl="0" indent="457200" algn="l" rtl="0">
              <a:spcBef>
                <a:spcPts val="0"/>
              </a:spcBef>
              <a:spcAft>
                <a:spcPts val="0"/>
              </a:spcAft>
              <a:buNone/>
            </a:pPr>
            <a:r>
              <a:rPr lang="fr-FR"/>
              <a:t>-Sur feedly je suis tenu également informé les différentes failles remonté par la CNIL ce qui me permet par exemple d’identifier si certaines de mes données personnelle peuvent avoir fuité ou encore sur les nouvelles technique malveillante pouvant etre évité.</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96" name="Google Shape;29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Ces différentes expériences m’ont permis d’analyser un métier, de structurer un système d’information et de travailler en mode projet collaboratif.</a:t>
            </a:r>
            <a:endParaRPr/>
          </a:p>
          <a:p>
            <a:pPr marL="0" lvl="0" indent="0" algn="l" rtl="0">
              <a:spcBef>
                <a:spcPts val="0"/>
              </a:spcBef>
              <a:spcAft>
                <a:spcPts val="0"/>
              </a:spcAft>
              <a:buNone/>
            </a:pPr>
            <a:endParaRPr/>
          </a:p>
          <a:p>
            <a:pPr marL="0" lvl="0" indent="0" algn="l" rtl="0">
              <a:spcBef>
                <a:spcPts val="0"/>
              </a:spcBef>
              <a:spcAft>
                <a:spcPts val="0"/>
              </a:spcAft>
              <a:buNone/>
            </a:pPr>
            <a:r>
              <a:rPr lang="fr-FR"/>
              <a:t>J’ai pu concevoir, sécuriser et mettre à disposition des outils adaptés au terrain.</a:t>
            </a:r>
            <a:endParaRPr/>
          </a:p>
          <a:p>
            <a:pPr marL="0" lvl="0" indent="0" algn="l" rtl="0">
              <a:spcBef>
                <a:spcPts val="0"/>
              </a:spcBef>
              <a:spcAft>
                <a:spcPts val="0"/>
              </a:spcAft>
              <a:buNone/>
            </a:pPr>
            <a:endParaRPr/>
          </a:p>
          <a:p>
            <a:pPr marL="0" lvl="0" indent="0" algn="l" rtl="0">
              <a:spcBef>
                <a:spcPts val="0"/>
              </a:spcBef>
              <a:spcAft>
                <a:spcPts val="0"/>
              </a:spcAft>
              <a:buNone/>
            </a:pPr>
            <a:r>
              <a:rPr lang="fr-FR"/>
              <a:t>À terme, ces compétences me permettront de contribuer au développement numérique de l’ESAT, de soutenir la montée en compétence des usagers et de participer à la pérennité de l’établissement.</a:t>
            </a:r>
            <a:endParaRPr/>
          </a:p>
          <a:p>
            <a:pPr marL="0" lvl="0" indent="0" algn="l" rtl="0">
              <a:spcBef>
                <a:spcPts val="0"/>
              </a:spcBef>
              <a:spcAft>
                <a:spcPts val="0"/>
              </a:spcAft>
              <a:buNone/>
            </a:pPr>
            <a:endParaRPr/>
          </a:p>
        </p:txBody>
      </p:sp>
      <p:sp>
        <p:nvSpPr>
          <p:cNvPr id="314" name="Google Shape;31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cd5ad70b5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g3cd5ad70b5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FR"/>
              <a:t>Merci de votre écoute.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25" name="Google Shape;325;g3cd5ad70b5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26"/>
        <p:cNvGrpSpPr/>
        <p:nvPr/>
      </p:nvGrpSpPr>
      <p:grpSpPr>
        <a:xfrm>
          <a:off x="0" y="0"/>
          <a:ext cx="0" cy="0"/>
          <a:chOff x="0" y="0"/>
          <a:chExt cx="0" cy="0"/>
        </a:xfrm>
      </p:grpSpPr>
      <p:sp>
        <p:nvSpPr>
          <p:cNvPr id="27" name="Google Shape;27;p16"/>
          <p:cNvSpPr txBox="1">
            <a:spLocks noGrp="1"/>
          </p:cNvSpPr>
          <p:nvPr>
            <p:ph type="title"/>
          </p:nvPr>
        </p:nvSpPr>
        <p:spPr>
          <a:xfrm>
            <a:off x="421560" y="622800"/>
            <a:ext cx="4283640" cy="997560"/>
          </a:xfrm>
          <a:prstGeom prst="rect">
            <a:avLst/>
          </a:prstGeom>
          <a:noFill/>
          <a:ln>
            <a:noFill/>
          </a:ln>
        </p:spPr>
        <p:txBody>
          <a:bodyPr spcFirstLastPara="1" wrap="square" lIns="0" tIns="0" rIns="0" bIns="0" anchor="ctr" anchorCtr="0">
            <a:sp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6"/>
          <p:cNvSpPr txBox="1">
            <a:spLocks noGrp="1"/>
          </p:cNvSpPr>
          <p:nvPr>
            <p:ph type="subTitle" idx="1"/>
          </p:nvPr>
        </p:nvSpPr>
        <p:spPr>
          <a:xfrm>
            <a:off x="457200" y="1203480"/>
            <a:ext cx="8229240" cy="2982960"/>
          </a:xfrm>
          <a:prstGeom prst="rect">
            <a:avLst/>
          </a:prstGeom>
          <a:noFill/>
          <a:ln>
            <a:noFill/>
          </a:ln>
        </p:spPr>
        <p:txBody>
          <a:bodyPr spcFirstLastPara="1" wrap="square" lIns="0" tIns="0" rIns="0" bIns="0" anchor="ctr" anchorCtr="0">
            <a:spAutoFit/>
          </a:bodyPr>
          <a:lstStyle>
            <a:lvl1pPr lvl="0" algn="l">
              <a:spcBef>
                <a:spcPts val="750"/>
              </a:spcBef>
              <a:spcAft>
                <a:spcPts val="0"/>
              </a:spcAft>
              <a:buSzPts val="1440"/>
              <a:buChar char="►"/>
              <a:defRPr/>
            </a:lvl1pPr>
            <a:lvl2pPr lvl="1" algn="l">
              <a:spcBef>
                <a:spcPts val="750"/>
              </a:spcBef>
              <a:spcAft>
                <a:spcPts val="0"/>
              </a:spcAft>
              <a:buSzPts val="1440"/>
              <a:buChar char="►"/>
              <a:defRPr/>
            </a:lvl2pPr>
            <a:lvl3pPr lvl="2" algn="l">
              <a:spcBef>
                <a:spcPts val="750"/>
              </a:spcBef>
              <a:spcAft>
                <a:spcPts val="0"/>
              </a:spcAft>
              <a:buSzPts val="1440"/>
              <a:buChar char="►"/>
              <a:defRPr/>
            </a:lvl3pPr>
            <a:lvl4pPr lvl="3" algn="l">
              <a:spcBef>
                <a:spcPts val="750"/>
              </a:spcBef>
              <a:spcAft>
                <a:spcPts val="0"/>
              </a:spcAft>
              <a:buSzPts val="1440"/>
              <a:buChar char="►"/>
              <a:defRPr/>
            </a:lvl4pPr>
            <a:lvl5pPr lvl="4" algn="l">
              <a:spcBef>
                <a:spcPts val="750"/>
              </a:spcBef>
              <a:spcAft>
                <a:spcPts val="0"/>
              </a:spcAft>
              <a:buSzPts val="1440"/>
              <a:buChar char="►"/>
              <a:defRPr/>
            </a:lvl5pPr>
            <a:lvl6pPr lvl="5" algn="l">
              <a:spcBef>
                <a:spcPts val="750"/>
              </a:spcBef>
              <a:spcAft>
                <a:spcPts val="0"/>
              </a:spcAft>
              <a:buSzPts val="1440"/>
              <a:buChar char="►"/>
              <a:defRPr/>
            </a:lvl6pPr>
            <a:lvl7pPr lvl="6" algn="l">
              <a:spcBef>
                <a:spcPts val="750"/>
              </a:spcBef>
              <a:spcAft>
                <a:spcPts val="0"/>
              </a:spcAft>
              <a:buSzPts val="1440"/>
              <a:buChar char="►"/>
              <a:defRPr/>
            </a:lvl7pPr>
            <a:lvl8pPr lvl="7" algn="l">
              <a:spcBef>
                <a:spcPts val="750"/>
              </a:spcBef>
              <a:spcAft>
                <a:spcPts val="0"/>
              </a:spcAft>
              <a:buSzPts val="1440"/>
              <a:buChar char="►"/>
              <a:defRPr/>
            </a:lvl8pPr>
            <a:lvl9pPr lvl="8" algn="l">
              <a:spcBef>
                <a:spcPts val="750"/>
              </a:spcBef>
              <a:spcAft>
                <a:spcPts val="0"/>
              </a:spcAft>
              <a:buSzPts val="144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_7_1" type="blank">
  <p:cSld name="BLANK">
    <p:spTree>
      <p:nvGrpSpPr>
        <p:cNvPr id="1" name="Shape 29"/>
        <p:cNvGrpSpPr/>
        <p:nvPr/>
      </p:nvGrpSpPr>
      <p:grpSpPr>
        <a:xfrm>
          <a:off x="0" y="0"/>
          <a:ext cx="0" cy="0"/>
          <a:chOff x="0" y="0"/>
          <a:chExt cx="0" cy="0"/>
        </a:xfrm>
      </p:grpSpPr>
      <p:sp>
        <p:nvSpPr>
          <p:cNvPr id="30" name="Google Shape;30;p17"/>
          <p:cNvSpPr txBox="1">
            <a:spLocks noGrp="1"/>
          </p:cNvSpPr>
          <p:nvPr>
            <p:ph type="body" idx="1"/>
          </p:nvPr>
        </p:nvSpPr>
        <p:spPr>
          <a:xfrm>
            <a:off x="330840" y="1090080"/>
            <a:ext cx="4294080" cy="3109320"/>
          </a:xfrm>
          <a:prstGeom prst="rect">
            <a:avLst/>
          </a:prstGeom>
          <a:noFill/>
          <a:ln>
            <a:noFill/>
          </a:ln>
        </p:spPr>
        <p:txBody>
          <a:bodyPr spcFirstLastPara="1" wrap="square" lIns="91425" tIns="91425" rIns="91425" bIns="91425" anchor="t" anchorCtr="0">
            <a:no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31" name="Google Shape;31;p17"/>
          <p:cNvSpPr txBox="1">
            <a:spLocks noGrp="1"/>
          </p:cNvSpPr>
          <p:nvPr>
            <p:ph type="body" idx="2"/>
          </p:nvPr>
        </p:nvSpPr>
        <p:spPr>
          <a:xfrm>
            <a:off x="5623200" y="130680"/>
            <a:ext cx="3395160" cy="4876920"/>
          </a:xfrm>
          <a:prstGeom prst="rect">
            <a:avLst/>
          </a:prstGeom>
          <a:noFill/>
          <a:ln>
            <a:noFill/>
          </a:ln>
        </p:spPr>
        <p:txBody>
          <a:bodyPr spcFirstLastPara="1" wrap="square" lIns="90000" tIns="45000" rIns="90000" bIns="45000" anchor="t" anchorCtr="0">
            <a:norm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32" name="Google Shape;32;p17"/>
          <p:cNvSpPr txBox="1">
            <a:spLocks noGrp="1"/>
          </p:cNvSpPr>
          <p:nvPr>
            <p:ph type="title"/>
          </p:nvPr>
        </p:nvSpPr>
        <p:spPr>
          <a:xfrm>
            <a:off x="330840" y="312120"/>
            <a:ext cx="4294080" cy="652320"/>
          </a:xfrm>
          <a:prstGeom prst="rect">
            <a:avLst/>
          </a:prstGeom>
          <a:noFill/>
          <a:ln>
            <a:noFill/>
          </a:ln>
        </p:spPr>
        <p:txBody>
          <a:bodyPr spcFirstLastPara="1" wrap="square" lIns="91425" tIns="91425" rIns="91425" bIns="91425" anchor="t" anchorCtr="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apositive de titre">
  <p:cSld name="Diapositive de titre">
    <p:spTree>
      <p:nvGrpSpPr>
        <p:cNvPr id="1" name="Shape 33"/>
        <p:cNvGrpSpPr/>
        <p:nvPr/>
      </p:nvGrpSpPr>
      <p:grpSpPr>
        <a:xfrm>
          <a:off x="0" y="0"/>
          <a:ext cx="0" cy="0"/>
          <a:chOff x="0" y="0"/>
          <a:chExt cx="0" cy="0"/>
        </a:xfrm>
      </p:grpSpPr>
      <p:grpSp>
        <p:nvGrpSpPr>
          <p:cNvPr id="34" name="Google Shape;34;p18"/>
          <p:cNvGrpSpPr/>
          <p:nvPr/>
        </p:nvGrpSpPr>
        <p:grpSpPr>
          <a:xfrm>
            <a:off x="0" y="-6350"/>
            <a:ext cx="9144000" cy="5149850"/>
            <a:chOff x="0" y="-8467"/>
            <a:chExt cx="12192000" cy="6866467"/>
          </a:xfrm>
        </p:grpSpPr>
        <p:sp>
          <p:nvSpPr>
            <p:cNvPr id="35" name="Google Shape;35;p18"/>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36" name="Google Shape;36;p18"/>
            <p:cNvCxnSpPr/>
            <p:nvPr/>
          </p:nvCxnSpPr>
          <p:spPr>
            <a:xfrm>
              <a:off x="9371012" y="0"/>
              <a:ext cx="1219200" cy="6858000"/>
            </a:xfrm>
            <a:prstGeom prst="straightConnector1">
              <a:avLst/>
            </a:prstGeom>
            <a:noFill/>
            <a:ln w="9525" cap="flat" cmpd="sng">
              <a:solidFill>
                <a:schemeClr val="accent1">
                  <a:alpha val="70196"/>
                </a:schemeClr>
              </a:solidFill>
              <a:prstDash val="solid"/>
              <a:round/>
              <a:headEnd type="none" w="sm" len="sm"/>
              <a:tailEnd type="none" w="sm" len="sm"/>
            </a:ln>
          </p:spPr>
        </p:cxnSp>
        <p:cxnSp>
          <p:nvCxnSpPr>
            <p:cNvPr id="37" name="Google Shape;37;p18"/>
            <p:cNvCxnSpPr/>
            <p:nvPr/>
          </p:nvCxnSpPr>
          <p:spPr>
            <a:xfrm flipH="1">
              <a:off x="7425267" y="3681413"/>
              <a:ext cx="4763558" cy="3176587"/>
            </a:xfrm>
            <a:prstGeom prst="straightConnector1">
              <a:avLst/>
            </a:prstGeom>
            <a:noFill/>
            <a:ln w="9525" cap="flat" cmpd="sng">
              <a:solidFill>
                <a:schemeClr val="accent1">
                  <a:alpha val="70196"/>
                </a:schemeClr>
              </a:solidFill>
              <a:prstDash val="solid"/>
              <a:round/>
              <a:headEnd type="none" w="sm" len="sm"/>
              <a:tailEnd type="none" w="sm" len="sm"/>
            </a:ln>
          </p:spPr>
        </p:cxnSp>
        <p:sp>
          <p:nvSpPr>
            <p:cNvPr id="38" name="Google Shape;38;p18"/>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39" name="Google Shape;39;p18"/>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40" name="Google Shape;40;p18"/>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18"/>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42" name="Google Shape;42;p18"/>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43" name="Google Shape;43;p18"/>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44" name="Google Shape;44;p18"/>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18"/>
          <p:cNvSpPr txBox="1">
            <a:spLocks noGrp="1"/>
          </p:cNvSpPr>
          <p:nvPr>
            <p:ph type="ctrTitle"/>
          </p:nvPr>
        </p:nvSpPr>
        <p:spPr>
          <a:xfrm>
            <a:off x="1130300" y="1803400"/>
            <a:ext cx="5825202" cy="1234727"/>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4050"/>
              <a:buFont typeface="Trebuchet MS"/>
              <a:buNone/>
              <a:defRPr sz="405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8"/>
          <p:cNvSpPr txBox="1">
            <a:spLocks noGrp="1"/>
          </p:cNvSpPr>
          <p:nvPr>
            <p:ph type="subTitle" idx="1"/>
          </p:nvPr>
        </p:nvSpPr>
        <p:spPr>
          <a:xfrm>
            <a:off x="1130300" y="3038125"/>
            <a:ext cx="5825202" cy="822674"/>
          </a:xfrm>
          <a:prstGeom prst="rect">
            <a:avLst/>
          </a:prstGeom>
          <a:noFill/>
          <a:ln>
            <a:noFill/>
          </a:ln>
        </p:spPr>
        <p:txBody>
          <a:bodyPr spcFirstLastPara="1" wrap="square" lIns="91425" tIns="45700" rIns="91425" bIns="45700" anchor="t" anchorCtr="0">
            <a:normAutofit/>
          </a:bodyPr>
          <a:lstStyle>
            <a:lvl1pPr lvl="0" algn="r">
              <a:spcBef>
                <a:spcPts val="750"/>
              </a:spcBef>
              <a:spcAft>
                <a:spcPts val="0"/>
              </a:spcAft>
              <a:buSzPts val="1080"/>
              <a:buNone/>
              <a:defRPr>
                <a:solidFill>
                  <a:srgbClr val="7F7F7F"/>
                </a:solidFill>
              </a:defRPr>
            </a:lvl1pPr>
            <a:lvl2pPr lvl="1" algn="ctr">
              <a:spcBef>
                <a:spcPts val="750"/>
              </a:spcBef>
              <a:spcAft>
                <a:spcPts val="0"/>
              </a:spcAft>
              <a:buSzPts val="960"/>
              <a:buNone/>
              <a:defRPr>
                <a:solidFill>
                  <a:srgbClr val="888888"/>
                </a:solidFill>
              </a:defRPr>
            </a:lvl2pPr>
            <a:lvl3pPr lvl="2" algn="ctr">
              <a:spcBef>
                <a:spcPts val="750"/>
              </a:spcBef>
              <a:spcAft>
                <a:spcPts val="0"/>
              </a:spcAft>
              <a:buSzPts val="840"/>
              <a:buNone/>
              <a:defRPr>
                <a:solidFill>
                  <a:srgbClr val="888888"/>
                </a:solidFill>
              </a:defRPr>
            </a:lvl3pPr>
            <a:lvl4pPr lvl="3" algn="ctr">
              <a:spcBef>
                <a:spcPts val="750"/>
              </a:spcBef>
              <a:spcAft>
                <a:spcPts val="0"/>
              </a:spcAft>
              <a:buSzPts val="720"/>
              <a:buNone/>
              <a:defRPr>
                <a:solidFill>
                  <a:srgbClr val="888888"/>
                </a:solidFill>
              </a:defRPr>
            </a:lvl4pPr>
            <a:lvl5pPr lvl="4" algn="ctr">
              <a:spcBef>
                <a:spcPts val="750"/>
              </a:spcBef>
              <a:spcAft>
                <a:spcPts val="0"/>
              </a:spcAft>
              <a:buSzPts val="720"/>
              <a:buNone/>
              <a:defRPr>
                <a:solidFill>
                  <a:srgbClr val="888888"/>
                </a:solidFill>
              </a:defRPr>
            </a:lvl5pPr>
            <a:lvl6pPr lvl="5" algn="ctr">
              <a:spcBef>
                <a:spcPts val="750"/>
              </a:spcBef>
              <a:spcAft>
                <a:spcPts val="0"/>
              </a:spcAft>
              <a:buSzPts val="720"/>
              <a:buNone/>
              <a:defRPr>
                <a:solidFill>
                  <a:srgbClr val="888888"/>
                </a:solidFill>
              </a:defRPr>
            </a:lvl6pPr>
            <a:lvl7pPr lvl="6" algn="ctr">
              <a:spcBef>
                <a:spcPts val="750"/>
              </a:spcBef>
              <a:spcAft>
                <a:spcPts val="0"/>
              </a:spcAft>
              <a:buSzPts val="720"/>
              <a:buNone/>
              <a:defRPr>
                <a:solidFill>
                  <a:srgbClr val="888888"/>
                </a:solidFill>
              </a:defRPr>
            </a:lvl7pPr>
            <a:lvl8pPr lvl="7" algn="ctr">
              <a:spcBef>
                <a:spcPts val="750"/>
              </a:spcBef>
              <a:spcAft>
                <a:spcPts val="0"/>
              </a:spcAft>
              <a:buSzPts val="720"/>
              <a:buNone/>
              <a:defRPr>
                <a:solidFill>
                  <a:srgbClr val="888888"/>
                </a:solidFill>
              </a:defRPr>
            </a:lvl8pPr>
            <a:lvl9pPr lvl="8" algn="ctr">
              <a:spcBef>
                <a:spcPts val="750"/>
              </a:spcBef>
              <a:spcAft>
                <a:spcPts val="0"/>
              </a:spcAft>
              <a:buSzPts val="720"/>
              <a:buNone/>
              <a:defRPr>
                <a:solidFill>
                  <a:srgbClr val="888888"/>
                </a:solidFill>
              </a:defRPr>
            </a:lvl9pPr>
          </a:lstStyle>
          <a:p>
            <a:endParaRPr/>
          </a:p>
        </p:txBody>
      </p:sp>
      <p:sp>
        <p:nvSpPr>
          <p:cNvPr id="47" name="Google Shape;47;p18"/>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50"/>
        <p:cNvGrpSpPr/>
        <p:nvPr/>
      </p:nvGrpSpPr>
      <p:grpSpPr>
        <a:xfrm>
          <a:off x="0" y="0"/>
          <a:ext cx="0" cy="0"/>
          <a:chOff x="0" y="0"/>
          <a:chExt cx="0" cy="0"/>
        </a:xfrm>
      </p:grpSpPr>
      <p:sp>
        <p:nvSpPr>
          <p:cNvPr id="51" name="Google Shape;51;p19"/>
          <p:cNvSpPr txBox="1">
            <a:spLocks noGrp="1"/>
          </p:cNvSpPr>
          <p:nvPr>
            <p:ph type="title"/>
          </p:nvPr>
        </p:nvSpPr>
        <p:spPr>
          <a:xfrm>
            <a:off x="508001" y="457200"/>
            <a:ext cx="6447501" cy="99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body" idx="1"/>
          </p:nvPr>
        </p:nvSpPr>
        <p:spPr>
          <a:xfrm>
            <a:off x="508001" y="1620442"/>
            <a:ext cx="6447501" cy="2910580"/>
          </a:xfrm>
          <a:prstGeom prst="rect">
            <a:avLst/>
          </a:prstGeom>
          <a:noFill/>
          <a:ln>
            <a:noFill/>
          </a:ln>
        </p:spPr>
        <p:txBody>
          <a:bodyPr spcFirstLastPara="1" wrap="square" lIns="91425" tIns="45700" rIns="91425" bIns="45700" anchor="t" anchorCtr="0">
            <a:norm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53" name="Google Shape;53;p19"/>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9"/>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9"/>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56"/>
        <p:cNvGrpSpPr/>
        <p:nvPr/>
      </p:nvGrpSpPr>
      <p:grpSpPr>
        <a:xfrm>
          <a:off x="0" y="0"/>
          <a:ext cx="0" cy="0"/>
          <a:chOff x="0" y="0"/>
          <a:chExt cx="0" cy="0"/>
        </a:xfrm>
      </p:grpSpPr>
      <p:sp>
        <p:nvSpPr>
          <p:cNvPr id="57" name="Google Shape;57;p20"/>
          <p:cNvSpPr txBox="1">
            <a:spLocks noGrp="1"/>
          </p:cNvSpPr>
          <p:nvPr>
            <p:ph type="title"/>
          </p:nvPr>
        </p:nvSpPr>
        <p:spPr>
          <a:xfrm>
            <a:off x="508001" y="2025651"/>
            <a:ext cx="6447501" cy="136993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000"/>
              <a:buFont typeface="Trebuchet MS"/>
              <a:buNone/>
              <a:defRPr sz="3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0"/>
          <p:cNvSpPr txBox="1">
            <a:spLocks noGrp="1"/>
          </p:cNvSpPr>
          <p:nvPr>
            <p:ph type="body" idx="1"/>
          </p:nvPr>
        </p:nvSpPr>
        <p:spPr>
          <a:xfrm>
            <a:off x="508001" y="3395586"/>
            <a:ext cx="6447501" cy="645300"/>
          </a:xfrm>
          <a:prstGeom prst="rect">
            <a:avLst/>
          </a:prstGeom>
          <a:noFill/>
          <a:ln>
            <a:noFill/>
          </a:ln>
        </p:spPr>
        <p:txBody>
          <a:bodyPr spcFirstLastPara="1" wrap="square" lIns="91425" tIns="45700" rIns="91425" bIns="45700" anchor="t" anchorCtr="0">
            <a:normAutofit/>
          </a:bodyPr>
          <a:lstStyle>
            <a:lvl1pPr marL="457200" lvl="0" indent="-228600" algn="l">
              <a:spcBef>
                <a:spcPts val="750"/>
              </a:spcBef>
              <a:spcAft>
                <a:spcPts val="0"/>
              </a:spcAft>
              <a:buSzPts val="1200"/>
              <a:buNone/>
              <a:defRPr sz="1500">
                <a:solidFill>
                  <a:srgbClr val="7F7F7F"/>
                </a:solidFill>
              </a:defRPr>
            </a:lvl1pPr>
            <a:lvl2pPr marL="914400" lvl="1" indent="-228600" algn="l">
              <a:spcBef>
                <a:spcPts val="750"/>
              </a:spcBef>
              <a:spcAft>
                <a:spcPts val="0"/>
              </a:spcAft>
              <a:buSzPts val="1080"/>
              <a:buNone/>
              <a:defRPr sz="1350">
                <a:solidFill>
                  <a:srgbClr val="888888"/>
                </a:solidFill>
              </a:defRPr>
            </a:lvl2pPr>
            <a:lvl3pPr marL="1371600" lvl="2" indent="-228600" algn="l">
              <a:spcBef>
                <a:spcPts val="750"/>
              </a:spcBef>
              <a:spcAft>
                <a:spcPts val="0"/>
              </a:spcAft>
              <a:buSzPts val="960"/>
              <a:buNone/>
              <a:defRPr sz="1200">
                <a:solidFill>
                  <a:srgbClr val="888888"/>
                </a:solidFill>
              </a:defRPr>
            </a:lvl3pPr>
            <a:lvl4pPr marL="1828800" lvl="3" indent="-228600" algn="l">
              <a:spcBef>
                <a:spcPts val="750"/>
              </a:spcBef>
              <a:spcAft>
                <a:spcPts val="0"/>
              </a:spcAft>
              <a:buSzPts val="840"/>
              <a:buNone/>
              <a:defRPr sz="1050">
                <a:solidFill>
                  <a:srgbClr val="888888"/>
                </a:solidFill>
              </a:defRPr>
            </a:lvl4pPr>
            <a:lvl5pPr marL="2286000" lvl="4" indent="-228600" algn="l">
              <a:spcBef>
                <a:spcPts val="750"/>
              </a:spcBef>
              <a:spcAft>
                <a:spcPts val="0"/>
              </a:spcAft>
              <a:buSzPts val="840"/>
              <a:buNone/>
              <a:defRPr sz="1050">
                <a:solidFill>
                  <a:srgbClr val="888888"/>
                </a:solidFill>
              </a:defRPr>
            </a:lvl5pPr>
            <a:lvl6pPr marL="2743200" lvl="5" indent="-228600" algn="l">
              <a:spcBef>
                <a:spcPts val="750"/>
              </a:spcBef>
              <a:spcAft>
                <a:spcPts val="0"/>
              </a:spcAft>
              <a:buSzPts val="840"/>
              <a:buNone/>
              <a:defRPr sz="1050">
                <a:solidFill>
                  <a:srgbClr val="888888"/>
                </a:solidFill>
              </a:defRPr>
            </a:lvl6pPr>
            <a:lvl7pPr marL="3200400" lvl="6" indent="-228600" algn="l">
              <a:spcBef>
                <a:spcPts val="750"/>
              </a:spcBef>
              <a:spcAft>
                <a:spcPts val="0"/>
              </a:spcAft>
              <a:buSzPts val="840"/>
              <a:buNone/>
              <a:defRPr sz="1050">
                <a:solidFill>
                  <a:srgbClr val="888888"/>
                </a:solidFill>
              </a:defRPr>
            </a:lvl7pPr>
            <a:lvl8pPr marL="3657600" lvl="7" indent="-228600" algn="l">
              <a:spcBef>
                <a:spcPts val="750"/>
              </a:spcBef>
              <a:spcAft>
                <a:spcPts val="0"/>
              </a:spcAft>
              <a:buSzPts val="840"/>
              <a:buNone/>
              <a:defRPr sz="1050">
                <a:solidFill>
                  <a:srgbClr val="888888"/>
                </a:solidFill>
              </a:defRPr>
            </a:lvl8pPr>
            <a:lvl9pPr marL="4114800" lvl="8" indent="-228600" algn="l">
              <a:spcBef>
                <a:spcPts val="750"/>
              </a:spcBef>
              <a:spcAft>
                <a:spcPts val="0"/>
              </a:spcAft>
              <a:buSzPts val="840"/>
              <a:buNone/>
              <a:defRPr sz="1050">
                <a:solidFill>
                  <a:srgbClr val="888888"/>
                </a:solidFill>
              </a:defRPr>
            </a:lvl9pPr>
          </a:lstStyle>
          <a:p>
            <a:endParaRPr/>
          </a:p>
        </p:txBody>
      </p:sp>
      <p:sp>
        <p:nvSpPr>
          <p:cNvPr id="59" name="Google Shape;59;p20"/>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62"/>
        <p:cNvGrpSpPr/>
        <p:nvPr/>
      </p:nvGrpSpPr>
      <p:grpSpPr>
        <a:xfrm>
          <a:off x="0" y="0"/>
          <a:ext cx="0" cy="0"/>
          <a:chOff x="0" y="0"/>
          <a:chExt cx="0" cy="0"/>
        </a:xfrm>
      </p:grpSpPr>
      <p:sp>
        <p:nvSpPr>
          <p:cNvPr id="63" name="Google Shape;63;p21"/>
          <p:cNvSpPr txBox="1">
            <a:spLocks noGrp="1"/>
          </p:cNvSpPr>
          <p:nvPr>
            <p:ph type="title"/>
          </p:nvPr>
        </p:nvSpPr>
        <p:spPr>
          <a:xfrm>
            <a:off x="508001" y="457200"/>
            <a:ext cx="6447501" cy="99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body" idx="1"/>
          </p:nvPr>
        </p:nvSpPr>
        <p:spPr>
          <a:xfrm>
            <a:off x="508001" y="1620442"/>
            <a:ext cx="3138026" cy="2910579"/>
          </a:xfrm>
          <a:prstGeom prst="rect">
            <a:avLst/>
          </a:prstGeom>
          <a:noFill/>
          <a:ln>
            <a:noFill/>
          </a:ln>
        </p:spPr>
        <p:txBody>
          <a:bodyPr spcFirstLastPara="1" wrap="square" lIns="91425" tIns="45700" rIns="91425" bIns="45700" anchor="t" anchorCtr="0">
            <a:norm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65" name="Google Shape;65;p21"/>
          <p:cNvSpPr txBox="1">
            <a:spLocks noGrp="1"/>
          </p:cNvSpPr>
          <p:nvPr>
            <p:ph type="body" idx="2"/>
          </p:nvPr>
        </p:nvSpPr>
        <p:spPr>
          <a:xfrm>
            <a:off x="3817477" y="1620442"/>
            <a:ext cx="3138026" cy="2910580"/>
          </a:xfrm>
          <a:prstGeom prst="rect">
            <a:avLst/>
          </a:prstGeom>
          <a:noFill/>
          <a:ln>
            <a:noFill/>
          </a:ln>
        </p:spPr>
        <p:txBody>
          <a:bodyPr spcFirstLastPara="1" wrap="square" lIns="91425" tIns="45700" rIns="91425" bIns="45700" anchor="t" anchorCtr="0">
            <a:norm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66" name="Google Shape;66;p21"/>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1"/>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69"/>
        <p:cNvGrpSpPr/>
        <p:nvPr/>
      </p:nvGrpSpPr>
      <p:grpSpPr>
        <a:xfrm>
          <a:off x="0" y="0"/>
          <a:ext cx="0" cy="0"/>
          <a:chOff x="0" y="0"/>
          <a:chExt cx="0" cy="0"/>
        </a:xfrm>
      </p:grpSpPr>
      <p:sp>
        <p:nvSpPr>
          <p:cNvPr id="70" name="Google Shape;70;p22"/>
          <p:cNvSpPr txBox="1">
            <a:spLocks noGrp="1"/>
          </p:cNvSpPr>
          <p:nvPr>
            <p:ph type="title"/>
          </p:nvPr>
        </p:nvSpPr>
        <p:spPr>
          <a:xfrm>
            <a:off x="508001" y="457200"/>
            <a:ext cx="6447501" cy="99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27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body" idx="1"/>
          </p:nvPr>
        </p:nvSpPr>
        <p:spPr>
          <a:xfrm>
            <a:off x="506809" y="1620737"/>
            <a:ext cx="3139217" cy="432197"/>
          </a:xfrm>
          <a:prstGeom prst="rect">
            <a:avLst/>
          </a:prstGeom>
          <a:noFill/>
          <a:ln>
            <a:noFill/>
          </a:ln>
        </p:spPr>
        <p:txBody>
          <a:bodyPr spcFirstLastPara="1" wrap="square" lIns="91425" tIns="45700" rIns="91425" bIns="45700" anchor="b" anchorCtr="0">
            <a:noAutofit/>
          </a:bodyPr>
          <a:lstStyle>
            <a:lvl1pPr marL="457200" lvl="0" indent="-228600" algn="l">
              <a:spcBef>
                <a:spcPts val="750"/>
              </a:spcBef>
              <a:spcAft>
                <a:spcPts val="0"/>
              </a:spcAft>
              <a:buSzPts val="1440"/>
              <a:buNone/>
              <a:defRPr sz="1800" b="0"/>
            </a:lvl1pPr>
            <a:lvl2pPr marL="914400" lvl="1" indent="-228600" algn="l">
              <a:spcBef>
                <a:spcPts val="750"/>
              </a:spcBef>
              <a:spcAft>
                <a:spcPts val="0"/>
              </a:spcAft>
              <a:buSzPts val="1200"/>
              <a:buNone/>
              <a:defRPr sz="1500" b="1"/>
            </a:lvl2pPr>
            <a:lvl3pPr marL="1371600" lvl="2" indent="-228600" algn="l">
              <a:spcBef>
                <a:spcPts val="750"/>
              </a:spcBef>
              <a:spcAft>
                <a:spcPts val="0"/>
              </a:spcAft>
              <a:buSzPts val="1080"/>
              <a:buNone/>
              <a:defRPr sz="1350" b="1"/>
            </a:lvl3pPr>
            <a:lvl4pPr marL="1828800" lvl="3" indent="-228600" algn="l">
              <a:spcBef>
                <a:spcPts val="750"/>
              </a:spcBef>
              <a:spcAft>
                <a:spcPts val="0"/>
              </a:spcAft>
              <a:buSzPts val="960"/>
              <a:buNone/>
              <a:defRPr sz="1200" b="1"/>
            </a:lvl4pPr>
            <a:lvl5pPr marL="2286000" lvl="4" indent="-228600" algn="l">
              <a:spcBef>
                <a:spcPts val="750"/>
              </a:spcBef>
              <a:spcAft>
                <a:spcPts val="0"/>
              </a:spcAft>
              <a:buSzPts val="960"/>
              <a:buNone/>
              <a:defRPr sz="1200" b="1"/>
            </a:lvl5pPr>
            <a:lvl6pPr marL="2743200" lvl="5" indent="-228600" algn="l">
              <a:spcBef>
                <a:spcPts val="750"/>
              </a:spcBef>
              <a:spcAft>
                <a:spcPts val="0"/>
              </a:spcAft>
              <a:buSzPts val="960"/>
              <a:buNone/>
              <a:defRPr sz="1200" b="1"/>
            </a:lvl6pPr>
            <a:lvl7pPr marL="3200400" lvl="6" indent="-228600" algn="l">
              <a:spcBef>
                <a:spcPts val="750"/>
              </a:spcBef>
              <a:spcAft>
                <a:spcPts val="0"/>
              </a:spcAft>
              <a:buSzPts val="960"/>
              <a:buNone/>
              <a:defRPr sz="1200" b="1"/>
            </a:lvl7pPr>
            <a:lvl8pPr marL="3657600" lvl="7" indent="-228600" algn="l">
              <a:spcBef>
                <a:spcPts val="750"/>
              </a:spcBef>
              <a:spcAft>
                <a:spcPts val="0"/>
              </a:spcAft>
              <a:buSzPts val="960"/>
              <a:buNone/>
              <a:defRPr sz="1200" b="1"/>
            </a:lvl8pPr>
            <a:lvl9pPr marL="4114800" lvl="8" indent="-228600" algn="l">
              <a:spcBef>
                <a:spcPts val="750"/>
              </a:spcBef>
              <a:spcAft>
                <a:spcPts val="0"/>
              </a:spcAft>
              <a:buSzPts val="960"/>
              <a:buNone/>
              <a:defRPr sz="1200" b="1"/>
            </a:lvl9pPr>
          </a:lstStyle>
          <a:p>
            <a:endParaRPr/>
          </a:p>
        </p:txBody>
      </p:sp>
      <p:sp>
        <p:nvSpPr>
          <p:cNvPr id="72" name="Google Shape;72;p22"/>
          <p:cNvSpPr txBox="1">
            <a:spLocks noGrp="1"/>
          </p:cNvSpPr>
          <p:nvPr>
            <p:ph type="body" idx="2"/>
          </p:nvPr>
        </p:nvSpPr>
        <p:spPr>
          <a:xfrm>
            <a:off x="506809" y="2052934"/>
            <a:ext cx="3139217" cy="2478088"/>
          </a:xfrm>
          <a:prstGeom prst="rect">
            <a:avLst/>
          </a:prstGeom>
          <a:noFill/>
          <a:ln>
            <a:noFill/>
          </a:ln>
        </p:spPr>
        <p:txBody>
          <a:bodyPr spcFirstLastPara="1" wrap="square" lIns="91425" tIns="45700" rIns="91425" bIns="45700" anchor="t" anchorCtr="0">
            <a:norm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73" name="Google Shape;73;p22"/>
          <p:cNvSpPr txBox="1">
            <a:spLocks noGrp="1"/>
          </p:cNvSpPr>
          <p:nvPr>
            <p:ph type="body" idx="3"/>
          </p:nvPr>
        </p:nvSpPr>
        <p:spPr>
          <a:xfrm>
            <a:off x="3816287" y="1620737"/>
            <a:ext cx="3139214" cy="432197"/>
          </a:xfrm>
          <a:prstGeom prst="rect">
            <a:avLst/>
          </a:prstGeom>
          <a:noFill/>
          <a:ln>
            <a:noFill/>
          </a:ln>
        </p:spPr>
        <p:txBody>
          <a:bodyPr spcFirstLastPara="1" wrap="square" lIns="91425" tIns="45700" rIns="91425" bIns="45700" anchor="b" anchorCtr="0">
            <a:noAutofit/>
          </a:bodyPr>
          <a:lstStyle>
            <a:lvl1pPr marL="457200" lvl="0" indent="-228600" algn="l">
              <a:spcBef>
                <a:spcPts val="750"/>
              </a:spcBef>
              <a:spcAft>
                <a:spcPts val="0"/>
              </a:spcAft>
              <a:buSzPts val="1440"/>
              <a:buNone/>
              <a:defRPr sz="1800" b="0"/>
            </a:lvl1pPr>
            <a:lvl2pPr marL="914400" lvl="1" indent="-228600" algn="l">
              <a:spcBef>
                <a:spcPts val="750"/>
              </a:spcBef>
              <a:spcAft>
                <a:spcPts val="0"/>
              </a:spcAft>
              <a:buSzPts val="1200"/>
              <a:buNone/>
              <a:defRPr sz="1500" b="1"/>
            </a:lvl2pPr>
            <a:lvl3pPr marL="1371600" lvl="2" indent="-228600" algn="l">
              <a:spcBef>
                <a:spcPts val="750"/>
              </a:spcBef>
              <a:spcAft>
                <a:spcPts val="0"/>
              </a:spcAft>
              <a:buSzPts val="1080"/>
              <a:buNone/>
              <a:defRPr sz="1350" b="1"/>
            </a:lvl3pPr>
            <a:lvl4pPr marL="1828800" lvl="3" indent="-228600" algn="l">
              <a:spcBef>
                <a:spcPts val="750"/>
              </a:spcBef>
              <a:spcAft>
                <a:spcPts val="0"/>
              </a:spcAft>
              <a:buSzPts val="960"/>
              <a:buNone/>
              <a:defRPr sz="1200" b="1"/>
            </a:lvl4pPr>
            <a:lvl5pPr marL="2286000" lvl="4" indent="-228600" algn="l">
              <a:spcBef>
                <a:spcPts val="750"/>
              </a:spcBef>
              <a:spcAft>
                <a:spcPts val="0"/>
              </a:spcAft>
              <a:buSzPts val="960"/>
              <a:buNone/>
              <a:defRPr sz="1200" b="1"/>
            </a:lvl5pPr>
            <a:lvl6pPr marL="2743200" lvl="5" indent="-228600" algn="l">
              <a:spcBef>
                <a:spcPts val="750"/>
              </a:spcBef>
              <a:spcAft>
                <a:spcPts val="0"/>
              </a:spcAft>
              <a:buSzPts val="960"/>
              <a:buNone/>
              <a:defRPr sz="1200" b="1"/>
            </a:lvl6pPr>
            <a:lvl7pPr marL="3200400" lvl="6" indent="-228600" algn="l">
              <a:spcBef>
                <a:spcPts val="750"/>
              </a:spcBef>
              <a:spcAft>
                <a:spcPts val="0"/>
              </a:spcAft>
              <a:buSzPts val="960"/>
              <a:buNone/>
              <a:defRPr sz="1200" b="1"/>
            </a:lvl7pPr>
            <a:lvl8pPr marL="3657600" lvl="7" indent="-228600" algn="l">
              <a:spcBef>
                <a:spcPts val="750"/>
              </a:spcBef>
              <a:spcAft>
                <a:spcPts val="0"/>
              </a:spcAft>
              <a:buSzPts val="960"/>
              <a:buNone/>
              <a:defRPr sz="1200" b="1"/>
            </a:lvl8pPr>
            <a:lvl9pPr marL="4114800" lvl="8" indent="-228600" algn="l">
              <a:spcBef>
                <a:spcPts val="750"/>
              </a:spcBef>
              <a:spcAft>
                <a:spcPts val="0"/>
              </a:spcAft>
              <a:buSzPts val="960"/>
              <a:buNone/>
              <a:defRPr sz="1200" b="1"/>
            </a:lvl9pPr>
          </a:lstStyle>
          <a:p>
            <a:endParaRPr/>
          </a:p>
        </p:txBody>
      </p:sp>
      <p:sp>
        <p:nvSpPr>
          <p:cNvPr id="74" name="Google Shape;74;p22"/>
          <p:cNvSpPr txBox="1">
            <a:spLocks noGrp="1"/>
          </p:cNvSpPr>
          <p:nvPr>
            <p:ph type="body" idx="4"/>
          </p:nvPr>
        </p:nvSpPr>
        <p:spPr>
          <a:xfrm>
            <a:off x="3816288" y="2052934"/>
            <a:ext cx="3139213" cy="2478088"/>
          </a:xfrm>
          <a:prstGeom prst="rect">
            <a:avLst/>
          </a:prstGeom>
          <a:noFill/>
          <a:ln>
            <a:noFill/>
          </a:ln>
        </p:spPr>
        <p:txBody>
          <a:bodyPr spcFirstLastPara="1" wrap="square" lIns="91425" tIns="45700" rIns="91425" bIns="45700" anchor="t" anchorCtr="0">
            <a:norm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75" name="Google Shape;75;p22"/>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a:off x="508001" y="457200"/>
            <a:ext cx="6447501" cy="99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3"/>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23"/>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3"/>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ide">
  <p:cSld name="Vide">
    <p:spTree>
      <p:nvGrpSpPr>
        <p:cNvPr id="1" name="Shape 83"/>
        <p:cNvGrpSpPr/>
        <p:nvPr/>
      </p:nvGrpSpPr>
      <p:grpSpPr>
        <a:xfrm>
          <a:off x="0" y="0"/>
          <a:ext cx="0" cy="0"/>
          <a:chOff x="0" y="0"/>
          <a:chExt cx="0" cy="0"/>
        </a:xfrm>
      </p:grpSpPr>
      <p:sp>
        <p:nvSpPr>
          <p:cNvPr id="84" name="Google Shape;84;p24"/>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4"/>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4"/>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87"/>
        <p:cNvGrpSpPr/>
        <p:nvPr/>
      </p:nvGrpSpPr>
      <p:grpSpPr>
        <a:xfrm>
          <a:off x="0" y="0"/>
          <a:ext cx="0" cy="0"/>
          <a:chOff x="0" y="0"/>
          <a:chExt cx="0" cy="0"/>
        </a:xfrm>
      </p:grpSpPr>
      <p:sp>
        <p:nvSpPr>
          <p:cNvPr id="88" name="Google Shape;88;p25"/>
          <p:cNvSpPr txBox="1">
            <a:spLocks noGrp="1"/>
          </p:cNvSpPr>
          <p:nvPr>
            <p:ph type="title"/>
          </p:nvPr>
        </p:nvSpPr>
        <p:spPr>
          <a:xfrm>
            <a:off x="508001" y="1123953"/>
            <a:ext cx="2890896" cy="9588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1500"/>
              <a:buFont typeface="Trebuchet MS"/>
              <a:buNone/>
              <a:defRPr sz="15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5"/>
          <p:cNvSpPr txBox="1">
            <a:spLocks noGrp="1"/>
          </p:cNvSpPr>
          <p:nvPr>
            <p:ph type="body" idx="1"/>
          </p:nvPr>
        </p:nvSpPr>
        <p:spPr>
          <a:xfrm>
            <a:off x="3570346" y="386193"/>
            <a:ext cx="3385156" cy="4144828"/>
          </a:xfrm>
          <a:prstGeom prst="rect">
            <a:avLst/>
          </a:prstGeom>
          <a:noFill/>
          <a:ln>
            <a:noFill/>
          </a:ln>
        </p:spPr>
        <p:txBody>
          <a:bodyPr spcFirstLastPara="1" wrap="square" lIns="91425" tIns="45700" rIns="91425" bIns="45700" anchor="t" anchorCtr="0">
            <a:norm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90" name="Google Shape;90;p25"/>
          <p:cNvSpPr txBox="1">
            <a:spLocks noGrp="1"/>
          </p:cNvSpPr>
          <p:nvPr>
            <p:ph type="body" idx="2"/>
          </p:nvPr>
        </p:nvSpPr>
        <p:spPr>
          <a:xfrm>
            <a:off x="508001" y="2082802"/>
            <a:ext cx="2890896" cy="1938337"/>
          </a:xfrm>
          <a:prstGeom prst="rect">
            <a:avLst/>
          </a:prstGeom>
          <a:noFill/>
          <a:ln>
            <a:noFill/>
          </a:ln>
        </p:spPr>
        <p:txBody>
          <a:bodyPr spcFirstLastPara="1" wrap="square" lIns="91425" tIns="45700" rIns="91425" bIns="45700" anchor="t" anchorCtr="0">
            <a:normAutofit/>
          </a:bodyPr>
          <a:lstStyle>
            <a:lvl1pPr marL="457200" lvl="0" indent="-228600" algn="l">
              <a:spcBef>
                <a:spcPts val="750"/>
              </a:spcBef>
              <a:spcAft>
                <a:spcPts val="0"/>
              </a:spcAft>
              <a:buSzPts val="840"/>
              <a:buNone/>
              <a:defRPr sz="1050"/>
            </a:lvl1pPr>
            <a:lvl2pPr marL="914400" lvl="1" indent="-228600" algn="l">
              <a:spcBef>
                <a:spcPts val="750"/>
              </a:spcBef>
              <a:spcAft>
                <a:spcPts val="0"/>
              </a:spcAft>
              <a:buSzPts val="840"/>
              <a:buNone/>
              <a:defRPr sz="1050"/>
            </a:lvl2pPr>
            <a:lvl3pPr marL="1371600" lvl="2" indent="-228600" algn="l">
              <a:spcBef>
                <a:spcPts val="750"/>
              </a:spcBef>
              <a:spcAft>
                <a:spcPts val="0"/>
              </a:spcAft>
              <a:buSzPts val="720"/>
              <a:buNone/>
              <a:defRPr sz="900"/>
            </a:lvl3pPr>
            <a:lvl4pPr marL="1828800" lvl="3" indent="-228600" algn="l">
              <a:spcBef>
                <a:spcPts val="750"/>
              </a:spcBef>
              <a:spcAft>
                <a:spcPts val="0"/>
              </a:spcAft>
              <a:buSzPts val="600"/>
              <a:buNone/>
              <a:defRPr sz="750"/>
            </a:lvl4pPr>
            <a:lvl5pPr marL="2286000" lvl="4" indent="-228600" algn="l">
              <a:spcBef>
                <a:spcPts val="750"/>
              </a:spcBef>
              <a:spcAft>
                <a:spcPts val="0"/>
              </a:spcAft>
              <a:buSzPts val="600"/>
              <a:buNone/>
              <a:defRPr sz="750"/>
            </a:lvl5pPr>
            <a:lvl6pPr marL="2743200" lvl="5" indent="-228600" algn="l">
              <a:spcBef>
                <a:spcPts val="750"/>
              </a:spcBef>
              <a:spcAft>
                <a:spcPts val="0"/>
              </a:spcAft>
              <a:buSzPts val="600"/>
              <a:buNone/>
              <a:defRPr sz="750"/>
            </a:lvl6pPr>
            <a:lvl7pPr marL="3200400" lvl="6" indent="-228600" algn="l">
              <a:spcBef>
                <a:spcPts val="750"/>
              </a:spcBef>
              <a:spcAft>
                <a:spcPts val="0"/>
              </a:spcAft>
              <a:buSzPts val="600"/>
              <a:buNone/>
              <a:defRPr sz="750"/>
            </a:lvl7pPr>
            <a:lvl8pPr marL="3657600" lvl="7" indent="-228600" algn="l">
              <a:spcBef>
                <a:spcPts val="750"/>
              </a:spcBef>
              <a:spcAft>
                <a:spcPts val="0"/>
              </a:spcAft>
              <a:buSzPts val="600"/>
              <a:buNone/>
              <a:defRPr sz="750"/>
            </a:lvl8pPr>
            <a:lvl9pPr marL="4114800" lvl="8" indent="-228600" algn="l">
              <a:spcBef>
                <a:spcPts val="750"/>
              </a:spcBef>
              <a:spcAft>
                <a:spcPts val="0"/>
              </a:spcAft>
              <a:buSzPts val="600"/>
              <a:buNone/>
              <a:defRPr sz="750"/>
            </a:lvl9pPr>
          </a:lstStyle>
          <a:p>
            <a:endParaRPr/>
          </a:p>
        </p:txBody>
      </p:sp>
      <p:sp>
        <p:nvSpPr>
          <p:cNvPr id="91" name="Google Shape;91;p25"/>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5"/>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5"/>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94"/>
        <p:cNvGrpSpPr/>
        <p:nvPr/>
      </p:nvGrpSpPr>
      <p:grpSpPr>
        <a:xfrm>
          <a:off x="0" y="0"/>
          <a:ext cx="0" cy="0"/>
          <a:chOff x="0" y="0"/>
          <a:chExt cx="0" cy="0"/>
        </a:xfrm>
      </p:grpSpPr>
      <p:sp>
        <p:nvSpPr>
          <p:cNvPr id="95" name="Google Shape;95;p26"/>
          <p:cNvSpPr txBox="1">
            <a:spLocks noGrp="1"/>
          </p:cNvSpPr>
          <p:nvPr>
            <p:ph type="title"/>
          </p:nvPr>
        </p:nvSpPr>
        <p:spPr>
          <a:xfrm>
            <a:off x="508001" y="3600450"/>
            <a:ext cx="6447500" cy="42505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1800"/>
              <a:buFont typeface="Trebuchet MS"/>
              <a:buNone/>
              <a:defRPr sz="1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26"/>
          <p:cNvSpPr>
            <a:spLocks noGrp="1"/>
          </p:cNvSpPr>
          <p:nvPr>
            <p:ph type="pic" idx="2"/>
          </p:nvPr>
        </p:nvSpPr>
        <p:spPr>
          <a:xfrm>
            <a:off x="508001" y="457200"/>
            <a:ext cx="6447501" cy="2884289"/>
          </a:xfrm>
          <a:prstGeom prst="rect">
            <a:avLst/>
          </a:prstGeom>
          <a:noFill/>
          <a:ln>
            <a:noFill/>
          </a:ln>
        </p:spPr>
      </p:sp>
      <p:sp>
        <p:nvSpPr>
          <p:cNvPr id="97" name="Google Shape;97;p26"/>
          <p:cNvSpPr txBox="1">
            <a:spLocks noGrp="1"/>
          </p:cNvSpPr>
          <p:nvPr>
            <p:ph type="body" idx="1"/>
          </p:nvPr>
        </p:nvSpPr>
        <p:spPr>
          <a:xfrm>
            <a:off x="508001" y="4025504"/>
            <a:ext cx="6447500" cy="505518"/>
          </a:xfrm>
          <a:prstGeom prst="rect">
            <a:avLst/>
          </a:prstGeom>
          <a:noFill/>
          <a:ln>
            <a:noFill/>
          </a:ln>
        </p:spPr>
        <p:txBody>
          <a:bodyPr spcFirstLastPara="1" wrap="square" lIns="91425" tIns="45700" rIns="91425" bIns="45700" anchor="t" anchorCtr="0">
            <a:normAutofit/>
          </a:bodyPr>
          <a:lstStyle>
            <a:lvl1pPr marL="457200" lvl="0" indent="-228600" algn="l">
              <a:spcBef>
                <a:spcPts val="750"/>
              </a:spcBef>
              <a:spcAft>
                <a:spcPts val="0"/>
              </a:spcAft>
              <a:buSzPts val="720"/>
              <a:buNone/>
              <a:defRPr sz="900"/>
            </a:lvl1pPr>
            <a:lvl2pPr marL="914400" lvl="1" indent="-228600" algn="l">
              <a:spcBef>
                <a:spcPts val="750"/>
              </a:spcBef>
              <a:spcAft>
                <a:spcPts val="0"/>
              </a:spcAft>
              <a:buSzPts val="720"/>
              <a:buNone/>
              <a:defRPr sz="900"/>
            </a:lvl2pPr>
            <a:lvl3pPr marL="1371600" lvl="2" indent="-228600" algn="l">
              <a:spcBef>
                <a:spcPts val="750"/>
              </a:spcBef>
              <a:spcAft>
                <a:spcPts val="0"/>
              </a:spcAft>
              <a:buSzPts val="600"/>
              <a:buNone/>
              <a:defRPr sz="750"/>
            </a:lvl3pPr>
            <a:lvl4pPr marL="1828800" lvl="3" indent="-228600" algn="l">
              <a:spcBef>
                <a:spcPts val="750"/>
              </a:spcBef>
              <a:spcAft>
                <a:spcPts val="0"/>
              </a:spcAft>
              <a:buSzPts val="540"/>
              <a:buNone/>
              <a:defRPr sz="675"/>
            </a:lvl4pPr>
            <a:lvl5pPr marL="2286000" lvl="4" indent="-228600" algn="l">
              <a:spcBef>
                <a:spcPts val="750"/>
              </a:spcBef>
              <a:spcAft>
                <a:spcPts val="0"/>
              </a:spcAft>
              <a:buSzPts val="540"/>
              <a:buNone/>
              <a:defRPr sz="675"/>
            </a:lvl5pPr>
            <a:lvl6pPr marL="2743200" lvl="5" indent="-228600" algn="l">
              <a:spcBef>
                <a:spcPts val="750"/>
              </a:spcBef>
              <a:spcAft>
                <a:spcPts val="0"/>
              </a:spcAft>
              <a:buSzPts val="540"/>
              <a:buNone/>
              <a:defRPr sz="675"/>
            </a:lvl6pPr>
            <a:lvl7pPr marL="3200400" lvl="6" indent="-228600" algn="l">
              <a:spcBef>
                <a:spcPts val="750"/>
              </a:spcBef>
              <a:spcAft>
                <a:spcPts val="0"/>
              </a:spcAft>
              <a:buSzPts val="540"/>
              <a:buNone/>
              <a:defRPr sz="675"/>
            </a:lvl7pPr>
            <a:lvl8pPr marL="3657600" lvl="7" indent="-228600" algn="l">
              <a:spcBef>
                <a:spcPts val="750"/>
              </a:spcBef>
              <a:spcAft>
                <a:spcPts val="0"/>
              </a:spcAft>
              <a:buSzPts val="540"/>
              <a:buNone/>
              <a:defRPr sz="675"/>
            </a:lvl8pPr>
            <a:lvl9pPr marL="4114800" lvl="8" indent="-228600" algn="l">
              <a:spcBef>
                <a:spcPts val="750"/>
              </a:spcBef>
              <a:spcAft>
                <a:spcPts val="0"/>
              </a:spcAft>
              <a:buSzPts val="540"/>
              <a:buNone/>
              <a:defRPr sz="675"/>
            </a:lvl9pPr>
          </a:lstStyle>
          <a:p>
            <a:endParaRPr/>
          </a:p>
        </p:txBody>
      </p:sp>
      <p:sp>
        <p:nvSpPr>
          <p:cNvPr id="98" name="Google Shape;98;p26"/>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6"/>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100" name="Google Shape;100;p26"/>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et légende">
  <p:cSld name="Titre et légende">
    <p:spTree>
      <p:nvGrpSpPr>
        <p:cNvPr id="1" name="Shape 101"/>
        <p:cNvGrpSpPr/>
        <p:nvPr/>
      </p:nvGrpSpPr>
      <p:grpSpPr>
        <a:xfrm>
          <a:off x="0" y="0"/>
          <a:ext cx="0" cy="0"/>
          <a:chOff x="0" y="0"/>
          <a:chExt cx="0" cy="0"/>
        </a:xfrm>
      </p:grpSpPr>
      <p:sp>
        <p:nvSpPr>
          <p:cNvPr id="102" name="Google Shape;102;p27"/>
          <p:cNvSpPr txBox="1">
            <a:spLocks noGrp="1"/>
          </p:cNvSpPr>
          <p:nvPr>
            <p:ph type="title"/>
          </p:nvPr>
        </p:nvSpPr>
        <p:spPr>
          <a:xfrm>
            <a:off x="508001" y="457200"/>
            <a:ext cx="6447501" cy="25527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3300"/>
              <a:buFont typeface="Trebuchet MS"/>
              <a:buNone/>
              <a:defRPr sz="33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27"/>
          <p:cNvSpPr txBox="1">
            <a:spLocks noGrp="1"/>
          </p:cNvSpPr>
          <p:nvPr>
            <p:ph type="body" idx="1"/>
          </p:nvPr>
        </p:nvSpPr>
        <p:spPr>
          <a:xfrm>
            <a:off x="508001" y="3352800"/>
            <a:ext cx="6447501" cy="1178222"/>
          </a:xfrm>
          <a:prstGeom prst="rect">
            <a:avLst/>
          </a:prstGeom>
          <a:noFill/>
          <a:ln>
            <a:noFill/>
          </a:ln>
        </p:spPr>
        <p:txBody>
          <a:bodyPr spcFirstLastPara="1" wrap="square" lIns="91425" tIns="45700" rIns="91425" bIns="45700" anchor="ctr" anchorCtr="0">
            <a:normAutofit/>
          </a:bodyPr>
          <a:lstStyle>
            <a:lvl1pPr marL="457200" lvl="0" indent="-228600" algn="l">
              <a:spcBef>
                <a:spcPts val="750"/>
              </a:spcBef>
              <a:spcAft>
                <a:spcPts val="0"/>
              </a:spcAft>
              <a:buSzPts val="1080"/>
              <a:buNone/>
              <a:defRPr sz="1350">
                <a:solidFill>
                  <a:srgbClr val="3F3F3F"/>
                </a:solidFill>
              </a:defRPr>
            </a:lvl1pPr>
            <a:lvl2pPr marL="914400" lvl="1" indent="-228600" algn="l">
              <a:spcBef>
                <a:spcPts val="750"/>
              </a:spcBef>
              <a:spcAft>
                <a:spcPts val="0"/>
              </a:spcAft>
              <a:buSzPts val="1080"/>
              <a:buNone/>
              <a:defRPr sz="1350">
                <a:solidFill>
                  <a:srgbClr val="888888"/>
                </a:solidFill>
              </a:defRPr>
            </a:lvl2pPr>
            <a:lvl3pPr marL="1371600" lvl="2" indent="-228600" algn="l">
              <a:spcBef>
                <a:spcPts val="750"/>
              </a:spcBef>
              <a:spcAft>
                <a:spcPts val="0"/>
              </a:spcAft>
              <a:buSzPts val="960"/>
              <a:buNone/>
              <a:defRPr sz="1200">
                <a:solidFill>
                  <a:srgbClr val="888888"/>
                </a:solidFill>
              </a:defRPr>
            </a:lvl3pPr>
            <a:lvl4pPr marL="1828800" lvl="3" indent="-228600" algn="l">
              <a:spcBef>
                <a:spcPts val="750"/>
              </a:spcBef>
              <a:spcAft>
                <a:spcPts val="0"/>
              </a:spcAft>
              <a:buSzPts val="840"/>
              <a:buNone/>
              <a:defRPr sz="1050">
                <a:solidFill>
                  <a:srgbClr val="888888"/>
                </a:solidFill>
              </a:defRPr>
            </a:lvl4pPr>
            <a:lvl5pPr marL="2286000" lvl="4" indent="-228600" algn="l">
              <a:spcBef>
                <a:spcPts val="750"/>
              </a:spcBef>
              <a:spcAft>
                <a:spcPts val="0"/>
              </a:spcAft>
              <a:buSzPts val="840"/>
              <a:buNone/>
              <a:defRPr sz="1050">
                <a:solidFill>
                  <a:srgbClr val="888888"/>
                </a:solidFill>
              </a:defRPr>
            </a:lvl5pPr>
            <a:lvl6pPr marL="2743200" lvl="5" indent="-228600" algn="l">
              <a:spcBef>
                <a:spcPts val="750"/>
              </a:spcBef>
              <a:spcAft>
                <a:spcPts val="0"/>
              </a:spcAft>
              <a:buSzPts val="840"/>
              <a:buNone/>
              <a:defRPr sz="1050">
                <a:solidFill>
                  <a:srgbClr val="888888"/>
                </a:solidFill>
              </a:defRPr>
            </a:lvl6pPr>
            <a:lvl7pPr marL="3200400" lvl="6" indent="-228600" algn="l">
              <a:spcBef>
                <a:spcPts val="750"/>
              </a:spcBef>
              <a:spcAft>
                <a:spcPts val="0"/>
              </a:spcAft>
              <a:buSzPts val="840"/>
              <a:buNone/>
              <a:defRPr sz="1050">
                <a:solidFill>
                  <a:srgbClr val="888888"/>
                </a:solidFill>
              </a:defRPr>
            </a:lvl7pPr>
            <a:lvl8pPr marL="3657600" lvl="7" indent="-228600" algn="l">
              <a:spcBef>
                <a:spcPts val="750"/>
              </a:spcBef>
              <a:spcAft>
                <a:spcPts val="0"/>
              </a:spcAft>
              <a:buSzPts val="840"/>
              <a:buNone/>
              <a:defRPr sz="1050">
                <a:solidFill>
                  <a:srgbClr val="888888"/>
                </a:solidFill>
              </a:defRPr>
            </a:lvl8pPr>
            <a:lvl9pPr marL="4114800" lvl="8" indent="-228600" algn="l">
              <a:spcBef>
                <a:spcPts val="750"/>
              </a:spcBef>
              <a:spcAft>
                <a:spcPts val="0"/>
              </a:spcAft>
              <a:buSzPts val="840"/>
              <a:buNone/>
              <a:defRPr sz="1050">
                <a:solidFill>
                  <a:srgbClr val="888888"/>
                </a:solidFill>
              </a:defRPr>
            </a:lvl9pPr>
          </a:lstStyle>
          <a:p>
            <a:endParaRPr/>
          </a:p>
        </p:txBody>
      </p:sp>
      <p:sp>
        <p:nvSpPr>
          <p:cNvPr id="104" name="Google Shape;104;p27"/>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7"/>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7"/>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itation avec légende">
  <p:cSld name="Citation avec légende">
    <p:spTree>
      <p:nvGrpSpPr>
        <p:cNvPr id="1" name="Shape 107"/>
        <p:cNvGrpSpPr/>
        <p:nvPr/>
      </p:nvGrpSpPr>
      <p:grpSpPr>
        <a:xfrm>
          <a:off x="0" y="0"/>
          <a:ext cx="0" cy="0"/>
          <a:chOff x="0" y="0"/>
          <a:chExt cx="0" cy="0"/>
        </a:xfrm>
      </p:grpSpPr>
      <p:sp>
        <p:nvSpPr>
          <p:cNvPr id="108" name="Google Shape;108;p28"/>
          <p:cNvSpPr txBox="1">
            <a:spLocks noGrp="1"/>
          </p:cNvSpPr>
          <p:nvPr>
            <p:ph type="title"/>
          </p:nvPr>
        </p:nvSpPr>
        <p:spPr>
          <a:xfrm>
            <a:off x="698500" y="457200"/>
            <a:ext cx="6070601" cy="22669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3300"/>
              <a:buFont typeface="Trebuchet MS"/>
              <a:buNone/>
              <a:defRPr sz="33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28"/>
          <p:cNvSpPr txBox="1">
            <a:spLocks noGrp="1"/>
          </p:cNvSpPr>
          <p:nvPr>
            <p:ph type="body" idx="1"/>
          </p:nvPr>
        </p:nvSpPr>
        <p:spPr>
          <a:xfrm>
            <a:off x="1024604" y="2724150"/>
            <a:ext cx="5418393" cy="285750"/>
          </a:xfrm>
          <a:prstGeom prst="rect">
            <a:avLst/>
          </a:prstGeom>
          <a:noFill/>
          <a:ln>
            <a:noFill/>
          </a:ln>
        </p:spPr>
        <p:txBody>
          <a:bodyPr spcFirstLastPara="1" wrap="square" lIns="91425" tIns="45700" rIns="91425" bIns="45700" anchor="ctr" anchorCtr="0">
            <a:noAutofit/>
          </a:bodyPr>
          <a:lstStyle>
            <a:lvl1pPr marL="457200" lvl="0" indent="-228600" algn="l">
              <a:spcBef>
                <a:spcPts val="750"/>
              </a:spcBef>
              <a:spcAft>
                <a:spcPts val="0"/>
              </a:spcAft>
              <a:buSzPts val="960"/>
              <a:buFont typeface="Trebuchet MS"/>
              <a:buNone/>
              <a:defRPr sz="1200">
                <a:solidFill>
                  <a:srgbClr val="7F7F7F"/>
                </a:solidFill>
              </a:defRPr>
            </a:lvl1pPr>
            <a:lvl2pPr marL="914400" lvl="1" indent="-228600" algn="l">
              <a:spcBef>
                <a:spcPts val="750"/>
              </a:spcBef>
              <a:spcAft>
                <a:spcPts val="0"/>
              </a:spcAft>
              <a:buSzPts val="960"/>
              <a:buFont typeface="Trebuchet MS"/>
              <a:buNone/>
              <a:defRPr/>
            </a:lvl2pPr>
            <a:lvl3pPr marL="1371600" lvl="2" indent="-228600" algn="l">
              <a:spcBef>
                <a:spcPts val="750"/>
              </a:spcBef>
              <a:spcAft>
                <a:spcPts val="0"/>
              </a:spcAft>
              <a:buSzPts val="840"/>
              <a:buFont typeface="Trebuchet MS"/>
              <a:buNone/>
              <a:defRPr/>
            </a:lvl3pPr>
            <a:lvl4pPr marL="1828800" lvl="3" indent="-228600" algn="l">
              <a:spcBef>
                <a:spcPts val="750"/>
              </a:spcBef>
              <a:spcAft>
                <a:spcPts val="0"/>
              </a:spcAft>
              <a:buSzPts val="720"/>
              <a:buFont typeface="Trebuchet MS"/>
              <a:buNone/>
              <a:defRPr/>
            </a:lvl4pPr>
            <a:lvl5pPr marL="2286000" lvl="4" indent="-228600" algn="l">
              <a:spcBef>
                <a:spcPts val="750"/>
              </a:spcBef>
              <a:spcAft>
                <a:spcPts val="0"/>
              </a:spcAft>
              <a:buSzPts val="720"/>
              <a:buFont typeface="Trebuchet MS"/>
              <a:buNone/>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110" name="Google Shape;110;p28"/>
          <p:cNvSpPr txBox="1">
            <a:spLocks noGrp="1"/>
          </p:cNvSpPr>
          <p:nvPr>
            <p:ph type="body" idx="2"/>
          </p:nvPr>
        </p:nvSpPr>
        <p:spPr>
          <a:xfrm>
            <a:off x="508001" y="3352800"/>
            <a:ext cx="6447501" cy="1178222"/>
          </a:xfrm>
          <a:prstGeom prst="rect">
            <a:avLst/>
          </a:prstGeom>
          <a:noFill/>
          <a:ln>
            <a:noFill/>
          </a:ln>
        </p:spPr>
        <p:txBody>
          <a:bodyPr spcFirstLastPara="1" wrap="square" lIns="91425" tIns="45700" rIns="91425" bIns="45700" anchor="ctr" anchorCtr="0">
            <a:normAutofit/>
          </a:bodyPr>
          <a:lstStyle>
            <a:lvl1pPr marL="457200" lvl="0" indent="-228600" algn="l">
              <a:spcBef>
                <a:spcPts val="750"/>
              </a:spcBef>
              <a:spcAft>
                <a:spcPts val="0"/>
              </a:spcAft>
              <a:buSzPts val="1080"/>
              <a:buNone/>
              <a:defRPr sz="1350">
                <a:solidFill>
                  <a:srgbClr val="3F3F3F"/>
                </a:solidFill>
              </a:defRPr>
            </a:lvl1pPr>
            <a:lvl2pPr marL="914400" lvl="1" indent="-228600" algn="l">
              <a:spcBef>
                <a:spcPts val="750"/>
              </a:spcBef>
              <a:spcAft>
                <a:spcPts val="0"/>
              </a:spcAft>
              <a:buSzPts val="1080"/>
              <a:buNone/>
              <a:defRPr sz="1350">
                <a:solidFill>
                  <a:srgbClr val="888888"/>
                </a:solidFill>
              </a:defRPr>
            </a:lvl2pPr>
            <a:lvl3pPr marL="1371600" lvl="2" indent="-228600" algn="l">
              <a:spcBef>
                <a:spcPts val="750"/>
              </a:spcBef>
              <a:spcAft>
                <a:spcPts val="0"/>
              </a:spcAft>
              <a:buSzPts val="960"/>
              <a:buNone/>
              <a:defRPr sz="1200">
                <a:solidFill>
                  <a:srgbClr val="888888"/>
                </a:solidFill>
              </a:defRPr>
            </a:lvl3pPr>
            <a:lvl4pPr marL="1828800" lvl="3" indent="-228600" algn="l">
              <a:spcBef>
                <a:spcPts val="750"/>
              </a:spcBef>
              <a:spcAft>
                <a:spcPts val="0"/>
              </a:spcAft>
              <a:buSzPts val="840"/>
              <a:buNone/>
              <a:defRPr sz="1050">
                <a:solidFill>
                  <a:srgbClr val="888888"/>
                </a:solidFill>
              </a:defRPr>
            </a:lvl4pPr>
            <a:lvl5pPr marL="2286000" lvl="4" indent="-228600" algn="l">
              <a:spcBef>
                <a:spcPts val="750"/>
              </a:spcBef>
              <a:spcAft>
                <a:spcPts val="0"/>
              </a:spcAft>
              <a:buSzPts val="840"/>
              <a:buNone/>
              <a:defRPr sz="1050">
                <a:solidFill>
                  <a:srgbClr val="888888"/>
                </a:solidFill>
              </a:defRPr>
            </a:lvl5pPr>
            <a:lvl6pPr marL="2743200" lvl="5" indent="-228600" algn="l">
              <a:spcBef>
                <a:spcPts val="750"/>
              </a:spcBef>
              <a:spcAft>
                <a:spcPts val="0"/>
              </a:spcAft>
              <a:buSzPts val="840"/>
              <a:buNone/>
              <a:defRPr sz="1050">
                <a:solidFill>
                  <a:srgbClr val="888888"/>
                </a:solidFill>
              </a:defRPr>
            </a:lvl6pPr>
            <a:lvl7pPr marL="3200400" lvl="6" indent="-228600" algn="l">
              <a:spcBef>
                <a:spcPts val="750"/>
              </a:spcBef>
              <a:spcAft>
                <a:spcPts val="0"/>
              </a:spcAft>
              <a:buSzPts val="840"/>
              <a:buNone/>
              <a:defRPr sz="1050">
                <a:solidFill>
                  <a:srgbClr val="888888"/>
                </a:solidFill>
              </a:defRPr>
            </a:lvl7pPr>
            <a:lvl8pPr marL="3657600" lvl="7" indent="-228600" algn="l">
              <a:spcBef>
                <a:spcPts val="750"/>
              </a:spcBef>
              <a:spcAft>
                <a:spcPts val="0"/>
              </a:spcAft>
              <a:buSzPts val="840"/>
              <a:buNone/>
              <a:defRPr sz="1050">
                <a:solidFill>
                  <a:srgbClr val="888888"/>
                </a:solidFill>
              </a:defRPr>
            </a:lvl8pPr>
            <a:lvl9pPr marL="4114800" lvl="8" indent="-228600" algn="l">
              <a:spcBef>
                <a:spcPts val="750"/>
              </a:spcBef>
              <a:spcAft>
                <a:spcPts val="0"/>
              </a:spcAft>
              <a:buSzPts val="840"/>
              <a:buNone/>
              <a:defRPr sz="1050">
                <a:solidFill>
                  <a:srgbClr val="888888"/>
                </a:solidFill>
              </a:defRPr>
            </a:lvl9pPr>
          </a:lstStyle>
          <a:p>
            <a:endParaRPr/>
          </a:p>
        </p:txBody>
      </p:sp>
      <p:sp>
        <p:nvSpPr>
          <p:cNvPr id="111" name="Google Shape;111;p28"/>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8"/>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8"/>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114" name="Google Shape;114;p28"/>
          <p:cNvSpPr txBox="1"/>
          <p:nvPr/>
        </p:nvSpPr>
        <p:spPr>
          <a:xfrm>
            <a:off x="406403" y="592784"/>
            <a:ext cx="457200" cy="438582"/>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FR" sz="6000">
                <a:solidFill>
                  <a:srgbClr val="9EDFF5"/>
                </a:solidFill>
                <a:latin typeface="Arial"/>
                <a:ea typeface="Arial"/>
                <a:cs typeface="Arial"/>
                <a:sym typeface="Arial"/>
              </a:rPr>
              <a:t>“</a:t>
            </a:r>
            <a:endParaRPr/>
          </a:p>
        </p:txBody>
      </p:sp>
      <p:sp>
        <p:nvSpPr>
          <p:cNvPr id="115" name="Google Shape;115;p28"/>
          <p:cNvSpPr txBox="1"/>
          <p:nvPr/>
        </p:nvSpPr>
        <p:spPr>
          <a:xfrm>
            <a:off x="6669758" y="2164917"/>
            <a:ext cx="457200" cy="438582"/>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FR" sz="6000">
                <a:solidFill>
                  <a:srgbClr val="9EDFF5"/>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rte nom">
  <p:cSld name="Carte nom">
    <p:spTree>
      <p:nvGrpSpPr>
        <p:cNvPr id="1" name="Shape 116"/>
        <p:cNvGrpSpPr/>
        <p:nvPr/>
      </p:nvGrpSpPr>
      <p:grpSpPr>
        <a:xfrm>
          <a:off x="0" y="0"/>
          <a:ext cx="0" cy="0"/>
          <a:chOff x="0" y="0"/>
          <a:chExt cx="0" cy="0"/>
        </a:xfrm>
      </p:grpSpPr>
      <p:sp>
        <p:nvSpPr>
          <p:cNvPr id="117" name="Google Shape;117;p29"/>
          <p:cNvSpPr txBox="1">
            <a:spLocks noGrp="1"/>
          </p:cNvSpPr>
          <p:nvPr>
            <p:ph type="title"/>
          </p:nvPr>
        </p:nvSpPr>
        <p:spPr>
          <a:xfrm>
            <a:off x="508001" y="1448991"/>
            <a:ext cx="6447501" cy="194659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300"/>
              <a:buFont typeface="Trebuchet MS"/>
              <a:buNone/>
              <a:defRPr sz="33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9"/>
          <p:cNvSpPr txBox="1">
            <a:spLocks noGrp="1"/>
          </p:cNvSpPr>
          <p:nvPr>
            <p:ph type="body" idx="1"/>
          </p:nvPr>
        </p:nvSpPr>
        <p:spPr>
          <a:xfrm>
            <a:off x="508001" y="3395586"/>
            <a:ext cx="6447501" cy="1135436"/>
          </a:xfrm>
          <a:prstGeom prst="rect">
            <a:avLst/>
          </a:prstGeom>
          <a:noFill/>
          <a:ln>
            <a:noFill/>
          </a:ln>
        </p:spPr>
        <p:txBody>
          <a:bodyPr spcFirstLastPara="1" wrap="square" lIns="91425" tIns="45700" rIns="91425" bIns="45700" anchor="t" anchorCtr="0">
            <a:normAutofit/>
          </a:bodyPr>
          <a:lstStyle>
            <a:lvl1pPr marL="457200" lvl="0" indent="-228600" algn="l">
              <a:spcBef>
                <a:spcPts val="750"/>
              </a:spcBef>
              <a:spcAft>
                <a:spcPts val="0"/>
              </a:spcAft>
              <a:buSzPts val="1080"/>
              <a:buNone/>
              <a:defRPr sz="1350">
                <a:solidFill>
                  <a:srgbClr val="3F3F3F"/>
                </a:solidFill>
              </a:defRPr>
            </a:lvl1pPr>
            <a:lvl2pPr marL="914400" lvl="1" indent="-228600" algn="l">
              <a:spcBef>
                <a:spcPts val="750"/>
              </a:spcBef>
              <a:spcAft>
                <a:spcPts val="0"/>
              </a:spcAft>
              <a:buSzPts val="1080"/>
              <a:buNone/>
              <a:defRPr sz="1350">
                <a:solidFill>
                  <a:srgbClr val="888888"/>
                </a:solidFill>
              </a:defRPr>
            </a:lvl2pPr>
            <a:lvl3pPr marL="1371600" lvl="2" indent="-228600" algn="l">
              <a:spcBef>
                <a:spcPts val="750"/>
              </a:spcBef>
              <a:spcAft>
                <a:spcPts val="0"/>
              </a:spcAft>
              <a:buSzPts val="960"/>
              <a:buNone/>
              <a:defRPr sz="1200">
                <a:solidFill>
                  <a:srgbClr val="888888"/>
                </a:solidFill>
              </a:defRPr>
            </a:lvl3pPr>
            <a:lvl4pPr marL="1828800" lvl="3" indent="-228600" algn="l">
              <a:spcBef>
                <a:spcPts val="750"/>
              </a:spcBef>
              <a:spcAft>
                <a:spcPts val="0"/>
              </a:spcAft>
              <a:buSzPts val="840"/>
              <a:buNone/>
              <a:defRPr sz="1050">
                <a:solidFill>
                  <a:srgbClr val="888888"/>
                </a:solidFill>
              </a:defRPr>
            </a:lvl4pPr>
            <a:lvl5pPr marL="2286000" lvl="4" indent="-228600" algn="l">
              <a:spcBef>
                <a:spcPts val="750"/>
              </a:spcBef>
              <a:spcAft>
                <a:spcPts val="0"/>
              </a:spcAft>
              <a:buSzPts val="840"/>
              <a:buNone/>
              <a:defRPr sz="1050">
                <a:solidFill>
                  <a:srgbClr val="888888"/>
                </a:solidFill>
              </a:defRPr>
            </a:lvl5pPr>
            <a:lvl6pPr marL="2743200" lvl="5" indent="-228600" algn="l">
              <a:spcBef>
                <a:spcPts val="750"/>
              </a:spcBef>
              <a:spcAft>
                <a:spcPts val="0"/>
              </a:spcAft>
              <a:buSzPts val="840"/>
              <a:buNone/>
              <a:defRPr sz="1050">
                <a:solidFill>
                  <a:srgbClr val="888888"/>
                </a:solidFill>
              </a:defRPr>
            </a:lvl6pPr>
            <a:lvl7pPr marL="3200400" lvl="6" indent="-228600" algn="l">
              <a:spcBef>
                <a:spcPts val="750"/>
              </a:spcBef>
              <a:spcAft>
                <a:spcPts val="0"/>
              </a:spcAft>
              <a:buSzPts val="840"/>
              <a:buNone/>
              <a:defRPr sz="1050">
                <a:solidFill>
                  <a:srgbClr val="888888"/>
                </a:solidFill>
              </a:defRPr>
            </a:lvl7pPr>
            <a:lvl8pPr marL="3657600" lvl="7" indent="-228600" algn="l">
              <a:spcBef>
                <a:spcPts val="750"/>
              </a:spcBef>
              <a:spcAft>
                <a:spcPts val="0"/>
              </a:spcAft>
              <a:buSzPts val="840"/>
              <a:buNone/>
              <a:defRPr sz="1050">
                <a:solidFill>
                  <a:srgbClr val="888888"/>
                </a:solidFill>
              </a:defRPr>
            </a:lvl8pPr>
            <a:lvl9pPr marL="4114800" lvl="8" indent="-228600" algn="l">
              <a:spcBef>
                <a:spcPts val="750"/>
              </a:spcBef>
              <a:spcAft>
                <a:spcPts val="0"/>
              </a:spcAft>
              <a:buSzPts val="840"/>
              <a:buNone/>
              <a:defRPr sz="1050">
                <a:solidFill>
                  <a:srgbClr val="888888"/>
                </a:solidFill>
              </a:defRPr>
            </a:lvl9pPr>
          </a:lstStyle>
          <a:p>
            <a:endParaRPr/>
          </a:p>
        </p:txBody>
      </p:sp>
      <p:sp>
        <p:nvSpPr>
          <p:cNvPr id="119" name="Google Shape;119;p29"/>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9"/>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9"/>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rte nom citation">
  <p:cSld name="Carte nom citation">
    <p:spTree>
      <p:nvGrpSpPr>
        <p:cNvPr id="1" name="Shape 122"/>
        <p:cNvGrpSpPr/>
        <p:nvPr/>
      </p:nvGrpSpPr>
      <p:grpSpPr>
        <a:xfrm>
          <a:off x="0" y="0"/>
          <a:ext cx="0" cy="0"/>
          <a:chOff x="0" y="0"/>
          <a:chExt cx="0" cy="0"/>
        </a:xfrm>
      </p:grpSpPr>
      <p:sp>
        <p:nvSpPr>
          <p:cNvPr id="123" name="Google Shape;123;p30"/>
          <p:cNvSpPr txBox="1">
            <a:spLocks noGrp="1"/>
          </p:cNvSpPr>
          <p:nvPr>
            <p:ph type="title"/>
          </p:nvPr>
        </p:nvSpPr>
        <p:spPr>
          <a:xfrm>
            <a:off x="698500" y="457200"/>
            <a:ext cx="6070601" cy="22669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3300"/>
              <a:buFont typeface="Trebuchet MS"/>
              <a:buNone/>
              <a:defRPr sz="33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30"/>
          <p:cNvSpPr txBox="1">
            <a:spLocks noGrp="1"/>
          </p:cNvSpPr>
          <p:nvPr>
            <p:ph type="body" idx="1"/>
          </p:nvPr>
        </p:nvSpPr>
        <p:spPr>
          <a:xfrm>
            <a:off x="507999" y="3009900"/>
            <a:ext cx="6447502" cy="385686"/>
          </a:xfrm>
          <a:prstGeom prst="rect">
            <a:avLst/>
          </a:prstGeom>
          <a:noFill/>
          <a:ln>
            <a:noFill/>
          </a:ln>
        </p:spPr>
        <p:txBody>
          <a:bodyPr spcFirstLastPara="1" wrap="square" lIns="91425" tIns="45700" rIns="91425" bIns="45700" anchor="b" anchorCtr="0">
            <a:noAutofit/>
          </a:bodyPr>
          <a:lstStyle>
            <a:lvl1pPr marL="457200" lvl="0" indent="-228600" algn="l">
              <a:spcBef>
                <a:spcPts val="750"/>
              </a:spcBef>
              <a:spcAft>
                <a:spcPts val="0"/>
              </a:spcAft>
              <a:buSzPts val="1440"/>
              <a:buFont typeface="Trebuchet MS"/>
              <a:buNone/>
              <a:defRPr sz="1800">
                <a:solidFill>
                  <a:srgbClr val="3F3F3F"/>
                </a:solidFill>
              </a:defRPr>
            </a:lvl1pPr>
            <a:lvl2pPr marL="914400" lvl="1" indent="-228600" algn="l">
              <a:spcBef>
                <a:spcPts val="750"/>
              </a:spcBef>
              <a:spcAft>
                <a:spcPts val="0"/>
              </a:spcAft>
              <a:buSzPts val="960"/>
              <a:buFont typeface="Trebuchet MS"/>
              <a:buNone/>
              <a:defRPr/>
            </a:lvl2pPr>
            <a:lvl3pPr marL="1371600" lvl="2" indent="-228600" algn="l">
              <a:spcBef>
                <a:spcPts val="750"/>
              </a:spcBef>
              <a:spcAft>
                <a:spcPts val="0"/>
              </a:spcAft>
              <a:buSzPts val="840"/>
              <a:buFont typeface="Trebuchet MS"/>
              <a:buNone/>
              <a:defRPr/>
            </a:lvl3pPr>
            <a:lvl4pPr marL="1828800" lvl="3" indent="-228600" algn="l">
              <a:spcBef>
                <a:spcPts val="750"/>
              </a:spcBef>
              <a:spcAft>
                <a:spcPts val="0"/>
              </a:spcAft>
              <a:buSzPts val="720"/>
              <a:buFont typeface="Trebuchet MS"/>
              <a:buNone/>
              <a:defRPr/>
            </a:lvl4pPr>
            <a:lvl5pPr marL="2286000" lvl="4" indent="-228600" algn="l">
              <a:spcBef>
                <a:spcPts val="750"/>
              </a:spcBef>
              <a:spcAft>
                <a:spcPts val="0"/>
              </a:spcAft>
              <a:buSzPts val="720"/>
              <a:buFont typeface="Trebuchet MS"/>
              <a:buNone/>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125" name="Google Shape;125;p30"/>
          <p:cNvSpPr txBox="1">
            <a:spLocks noGrp="1"/>
          </p:cNvSpPr>
          <p:nvPr>
            <p:ph type="body" idx="2"/>
          </p:nvPr>
        </p:nvSpPr>
        <p:spPr>
          <a:xfrm>
            <a:off x="508001" y="3395586"/>
            <a:ext cx="6447501" cy="1135436"/>
          </a:xfrm>
          <a:prstGeom prst="rect">
            <a:avLst/>
          </a:prstGeom>
          <a:noFill/>
          <a:ln>
            <a:noFill/>
          </a:ln>
        </p:spPr>
        <p:txBody>
          <a:bodyPr spcFirstLastPara="1" wrap="square" lIns="91425" tIns="45700" rIns="91425" bIns="45700" anchor="t" anchorCtr="0">
            <a:normAutofit/>
          </a:bodyPr>
          <a:lstStyle>
            <a:lvl1pPr marL="457200" lvl="0" indent="-228600" algn="l">
              <a:spcBef>
                <a:spcPts val="750"/>
              </a:spcBef>
              <a:spcAft>
                <a:spcPts val="0"/>
              </a:spcAft>
              <a:buSzPts val="1080"/>
              <a:buNone/>
              <a:defRPr sz="1350">
                <a:solidFill>
                  <a:srgbClr val="7F7F7F"/>
                </a:solidFill>
              </a:defRPr>
            </a:lvl1pPr>
            <a:lvl2pPr marL="914400" lvl="1" indent="-228600" algn="l">
              <a:spcBef>
                <a:spcPts val="750"/>
              </a:spcBef>
              <a:spcAft>
                <a:spcPts val="0"/>
              </a:spcAft>
              <a:buSzPts val="1080"/>
              <a:buNone/>
              <a:defRPr sz="1350">
                <a:solidFill>
                  <a:srgbClr val="888888"/>
                </a:solidFill>
              </a:defRPr>
            </a:lvl2pPr>
            <a:lvl3pPr marL="1371600" lvl="2" indent="-228600" algn="l">
              <a:spcBef>
                <a:spcPts val="750"/>
              </a:spcBef>
              <a:spcAft>
                <a:spcPts val="0"/>
              </a:spcAft>
              <a:buSzPts val="960"/>
              <a:buNone/>
              <a:defRPr sz="1200">
                <a:solidFill>
                  <a:srgbClr val="888888"/>
                </a:solidFill>
              </a:defRPr>
            </a:lvl3pPr>
            <a:lvl4pPr marL="1828800" lvl="3" indent="-228600" algn="l">
              <a:spcBef>
                <a:spcPts val="750"/>
              </a:spcBef>
              <a:spcAft>
                <a:spcPts val="0"/>
              </a:spcAft>
              <a:buSzPts val="840"/>
              <a:buNone/>
              <a:defRPr sz="1050">
                <a:solidFill>
                  <a:srgbClr val="888888"/>
                </a:solidFill>
              </a:defRPr>
            </a:lvl4pPr>
            <a:lvl5pPr marL="2286000" lvl="4" indent="-228600" algn="l">
              <a:spcBef>
                <a:spcPts val="750"/>
              </a:spcBef>
              <a:spcAft>
                <a:spcPts val="0"/>
              </a:spcAft>
              <a:buSzPts val="840"/>
              <a:buNone/>
              <a:defRPr sz="1050">
                <a:solidFill>
                  <a:srgbClr val="888888"/>
                </a:solidFill>
              </a:defRPr>
            </a:lvl5pPr>
            <a:lvl6pPr marL="2743200" lvl="5" indent="-228600" algn="l">
              <a:spcBef>
                <a:spcPts val="750"/>
              </a:spcBef>
              <a:spcAft>
                <a:spcPts val="0"/>
              </a:spcAft>
              <a:buSzPts val="840"/>
              <a:buNone/>
              <a:defRPr sz="1050">
                <a:solidFill>
                  <a:srgbClr val="888888"/>
                </a:solidFill>
              </a:defRPr>
            </a:lvl6pPr>
            <a:lvl7pPr marL="3200400" lvl="6" indent="-228600" algn="l">
              <a:spcBef>
                <a:spcPts val="750"/>
              </a:spcBef>
              <a:spcAft>
                <a:spcPts val="0"/>
              </a:spcAft>
              <a:buSzPts val="840"/>
              <a:buNone/>
              <a:defRPr sz="1050">
                <a:solidFill>
                  <a:srgbClr val="888888"/>
                </a:solidFill>
              </a:defRPr>
            </a:lvl7pPr>
            <a:lvl8pPr marL="3657600" lvl="7" indent="-228600" algn="l">
              <a:spcBef>
                <a:spcPts val="750"/>
              </a:spcBef>
              <a:spcAft>
                <a:spcPts val="0"/>
              </a:spcAft>
              <a:buSzPts val="840"/>
              <a:buNone/>
              <a:defRPr sz="1050">
                <a:solidFill>
                  <a:srgbClr val="888888"/>
                </a:solidFill>
              </a:defRPr>
            </a:lvl8pPr>
            <a:lvl9pPr marL="4114800" lvl="8" indent="-228600" algn="l">
              <a:spcBef>
                <a:spcPts val="750"/>
              </a:spcBef>
              <a:spcAft>
                <a:spcPts val="0"/>
              </a:spcAft>
              <a:buSzPts val="840"/>
              <a:buNone/>
              <a:defRPr sz="1050">
                <a:solidFill>
                  <a:srgbClr val="888888"/>
                </a:solidFill>
              </a:defRPr>
            </a:lvl9pPr>
          </a:lstStyle>
          <a:p>
            <a:endParaRPr/>
          </a:p>
        </p:txBody>
      </p:sp>
      <p:sp>
        <p:nvSpPr>
          <p:cNvPr id="126" name="Google Shape;126;p30"/>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30"/>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30"/>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
        <p:nvSpPr>
          <p:cNvPr id="129" name="Google Shape;129;p30"/>
          <p:cNvSpPr txBox="1"/>
          <p:nvPr/>
        </p:nvSpPr>
        <p:spPr>
          <a:xfrm>
            <a:off x="406403" y="592784"/>
            <a:ext cx="457200" cy="438582"/>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FR" sz="6000">
                <a:solidFill>
                  <a:srgbClr val="9EDFF5"/>
                </a:solidFill>
                <a:latin typeface="Arial"/>
                <a:ea typeface="Arial"/>
                <a:cs typeface="Arial"/>
                <a:sym typeface="Arial"/>
              </a:rPr>
              <a:t>“</a:t>
            </a:r>
            <a:endParaRPr/>
          </a:p>
        </p:txBody>
      </p:sp>
      <p:sp>
        <p:nvSpPr>
          <p:cNvPr id="130" name="Google Shape;130;p30"/>
          <p:cNvSpPr txBox="1"/>
          <p:nvPr/>
        </p:nvSpPr>
        <p:spPr>
          <a:xfrm>
            <a:off x="6669758" y="2164917"/>
            <a:ext cx="457200" cy="438582"/>
          </a:xfrm>
          <a:prstGeom prst="rect">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r>
              <a:rPr lang="fr-FR" sz="6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rai ou faux">
  <p:cSld name="Vrai ou faux">
    <p:spTree>
      <p:nvGrpSpPr>
        <p:cNvPr id="1" name="Shape 131"/>
        <p:cNvGrpSpPr/>
        <p:nvPr/>
      </p:nvGrpSpPr>
      <p:grpSpPr>
        <a:xfrm>
          <a:off x="0" y="0"/>
          <a:ext cx="0" cy="0"/>
          <a:chOff x="0" y="0"/>
          <a:chExt cx="0" cy="0"/>
        </a:xfrm>
      </p:grpSpPr>
      <p:sp>
        <p:nvSpPr>
          <p:cNvPr id="132" name="Google Shape;132;p31"/>
          <p:cNvSpPr txBox="1">
            <a:spLocks noGrp="1"/>
          </p:cNvSpPr>
          <p:nvPr>
            <p:ph type="title"/>
          </p:nvPr>
        </p:nvSpPr>
        <p:spPr>
          <a:xfrm>
            <a:off x="514350" y="457200"/>
            <a:ext cx="6441152" cy="22669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3300"/>
              <a:buFont typeface="Trebuchet MS"/>
              <a:buNone/>
              <a:defRPr sz="33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31"/>
          <p:cNvSpPr txBox="1">
            <a:spLocks noGrp="1"/>
          </p:cNvSpPr>
          <p:nvPr>
            <p:ph type="body" idx="1"/>
          </p:nvPr>
        </p:nvSpPr>
        <p:spPr>
          <a:xfrm>
            <a:off x="507999" y="3009900"/>
            <a:ext cx="6447502" cy="385686"/>
          </a:xfrm>
          <a:prstGeom prst="rect">
            <a:avLst/>
          </a:prstGeom>
          <a:noFill/>
          <a:ln>
            <a:noFill/>
          </a:ln>
        </p:spPr>
        <p:txBody>
          <a:bodyPr spcFirstLastPara="1" wrap="square" lIns="91425" tIns="45700" rIns="91425" bIns="45700" anchor="b" anchorCtr="0">
            <a:noAutofit/>
          </a:bodyPr>
          <a:lstStyle>
            <a:lvl1pPr marL="457200" lvl="0" indent="-228600" algn="l">
              <a:spcBef>
                <a:spcPts val="750"/>
              </a:spcBef>
              <a:spcAft>
                <a:spcPts val="0"/>
              </a:spcAft>
              <a:buSzPts val="1440"/>
              <a:buFont typeface="Trebuchet MS"/>
              <a:buNone/>
              <a:defRPr sz="1800">
                <a:solidFill>
                  <a:schemeClr val="accent1"/>
                </a:solidFill>
              </a:defRPr>
            </a:lvl1pPr>
            <a:lvl2pPr marL="914400" lvl="1" indent="-228600" algn="l">
              <a:spcBef>
                <a:spcPts val="750"/>
              </a:spcBef>
              <a:spcAft>
                <a:spcPts val="0"/>
              </a:spcAft>
              <a:buSzPts val="960"/>
              <a:buFont typeface="Trebuchet MS"/>
              <a:buNone/>
              <a:defRPr/>
            </a:lvl2pPr>
            <a:lvl3pPr marL="1371600" lvl="2" indent="-228600" algn="l">
              <a:spcBef>
                <a:spcPts val="750"/>
              </a:spcBef>
              <a:spcAft>
                <a:spcPts val="0"/>
              </a:spcAft>
              <a:buSzPts val="840"/>
              <a:buFont typeface="Trebuchet MS"/>
              <a:buNone/>
              <a:defRPr/>
            </a:lvl3pPr>
            <a:lvl4pPr marL="1828800" lvl="3" indent="-228600" algn="l">
              <a:spcBef>
                <a:spcPts val="750"/>
              </a:spcBef>
              <a:spcAft>
                <a:spcPts val="0"/>
              </a:spcAft>
              <a:buSzPts val="720"/>
              <a:buFont typeface="Trebuchet MS"/>
              <a:buNone/>
              <a:defRPr/>
            </a:lvl4pPr>
            <a:lvl5pPr marL="2286000" lvl="4" indent="-228600" algn="l">
              <a:spcBef>
                <a:spcPts val="750"/>
              </a:spcBef>
              <a:spcAft>
                <a:spcPts val="0"/>
              </a:spcAft>
              <a:buSzPts val="720"/>
              <a:buFont typeface="Trebuchet MS"/>
              <a:buNone/>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134" name="Google Shape;134;p31"/>
          <p:cNvSpPr txBox="1">
            <a:spLocks noGrp="1"/>
          </p:cNvSpPr>
          <p:nvPr>
            <p:ph type="body" idx="2"/>
          </p:nvPr>
        </p:nvSpPr>
        <p:spPr>
          <a:xfrm>
            <a:off x="508001" y="3395586"/>
            <a:ext cx="6447501" cy="1135436"/>
          </a:xfrm>
          <a:prstGeom prst="rect">
            <a:avLst/>
          </a:prstGeom>
          <a:noFill/>
          <a:ln>
            <a:noFill/>
          </a:ln>
        </p:spPr>
        <p:txBody>
          <a:bodyPr spcFirstLastPara="1" wrap="square" lIns="91425" tIns="45700" rIns="91425" bIns="45700" anchor="t" anchorCtr="0">
            <a:normAutofit/>
          </a:bodyPr>
          <a:lstStyle>
            <a:lvl1pPr marL="457200" lvl="0" indent="-228600" algn="l">
              <a:spcBef>
                <a:spcPts val="750"/>
              </a:spcBef>
              <a:spcAft>
                <a:spcPts val="0"/>
              </a:spcAft>
              <a:buSzPts val="1080"/>
              <a:buNone/>
              <a:defRPr sz="1350">
                <a:solidFill>
                  <a:srgbClr val="7F7F7F"/>
                </a:solidFill>
              </a:defRPr>
            </a:lvl1pPr>
            <a:lvl2pPr marL="914400" lvl="1" indent="-228600" algn="l">
              <a:spcBef>
                <a:spcPts val="750"/>
              </a:spcBef>
              <a:spcAft>
                <a:spcPts val="0"/>
              </a:spcAft>
              <a:buSzPts val="1080"/>
              <a:buNone/>
              <a:defRPr sz="1350">
                <a:solidFill>
                  <a:srgbClr val="888888"/>
                </a:solidFill>
              </a:defRPr>
            </a:lvl2pPr>
            <a:lvl3pPr marL="1371600" lvl="2" indent="-228600" algn="l">
              <a:spcBef>
                <a:spcPts val="750"/>
              </a:spcBef>
              <a:spcAft>
                <a:spcPts val="0"/>
              </a:spcAft>
              <a:buSzPts val="960"/>
              <a:buNone/>
              <a:defRPr sz="1200">
                <a:solidFill>
                  <a:srgbClr val="888888"/>
                </a:solidFill>
              </a:defRPr>
            </a:lvl3pPr>
            <a:lvl4pPr marL="1828800" lvl="3" indent="-228600" algn="l">
              <a:spcBef>
                <a:spcPts val="750"/>
              </a:spcBef>
              <a:spcAft>
                <a:spcPts val="0"/>
              </a:spcAft>
              <a:buSzPts val="840"/>
              <a:buNone/>
              <a:defRPr sz="1050">
                <a:solidFill>
                  <a:srgbClr val="888888"/>
                </a:solidFill>
              </a:defRPr>
            </a:lvl4pPr>
            <a:lvl5pPr marL="2286000" lvl="4" indent="-228600" algn="l">
              <a:spcBef>
                <a:spcPts val="750"/>
              </a:spcBef>
              <a:spcAft>
                <a:spcPts val="0"/>
              </a:spcAft>
              <a:buSzPts val="840"/>
              <a:buNone/>
              <a:defRPr sz="1050">
                <a:solidFill>
                  <a:srgbClr val="888888"/>
                </a:solidFill>
              </a:defRPr>
            </a:lvl5pPr>
            <a:lvl6pPr marL="2743200" lvl="5" indent="-228600" algn="l">
              <a:spcBef>
                <a:spcPts val="750"/>
              </a:spcBef>
              <a:spcAft>
                <a:spcPts val="0"/>
              </a:spcAft>
              <a:buSzPts val="840"/>
              <a:buNone/>
              <a:defRPr sz="1050">
                <a:solidFill>
                  <a:srgbClr val="888888"/>
                </a:solidFill>
              </a:defRPr>
            </a:lvl6pPr>
            <a:lvl7pPr marL="3200400" lvl="6" indent="-228600" algn="l">
              <a:spcBef>
                <a:spcPts val="750"/>
              </a:spcBef>
              <a:spcAft>
                <a:spcPts val="0"/>
              </a:spcAft>
              <a:buSzPts val="840"/>
              <a:buNone/>
              <a:defRPr sz="1050">
                <a:solidFill>
                  <a:srgbClr val="888888"/>
                </a:solidFill>
              </a:defRPr>
            </a:lvl7pPr>
            <a:lvl8pPr marL="3657600" lvl="7" indent="-228600" algn="l">
              <a:spcBef>
                <a:spcPts val="750"/>
              </a:spcBef>
              <a:spcAft>
                <a:spcPts val="0"/>
              </a:spcAft>
              <a:buSzPts val="840"/>
              <a:buNone/>
              <a:defRPr sz="1050">
                <a:solidFill>
                  <a:srgbClr val="888888"/>
                </a:solidFill>
              </a:defRPr>
            </a:lvl8pPr>
            <a:lvl9pPr marL="4114800" lvl="8" indent="-228600" algn="l">
              <a:spcBef>
                <a:spcPts val="750"/>
              </a:spcBef>
              <a:spcAft>
                <a:spcPts val="0"/>
              </a:spcAft>
              <a:buSzPts val="840"/>
              <a:buNone/>
              <a:defRPr sz="1050">
                <a:solidFill>
                  <a:srgbClr val="888888"/>
                </a:solidFill>
              </a:defRPr>
            </a:lvl9pPr>
          </a:lstStyle>
          <a:p>
            <a:endParaRPr/>
          </a:p>
        </p:txBody>
      </p:sp>
      <p:sp>
        <p:nvSpPr>
          <p:cNvPr id="135" name="Google Shape;135;p31"/>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31"/>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31"/>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38"/>
        <p:cNvGrpSpPr/>
        <p:nvPr/>
      </p:nvGrpSpPr>
      <p:grpSpPr>
        <a:xfrm>
          <a:off x="0" y="0"/>
          <a:ext cx="0" cy="0"/>
          <a:chOff x="0" y="0"/>
          <a:chExt cx="0" cy="0"/>
        </a:xfrm>
      </p:grpSpPr>
      <p:sp>
        <p:nvSpPr>
          <p:cNvPr id="139" name="Google Shape;139;p32"/>
          <p:cNvSpPr txBox="1">
            <a:spLocks noGrp="1"/>
          </p:cNvSpPr>
          <p:nvPr>
            <p:ph type="title"/>
          </p:nvPr>
        </p:nvSpPr>
        <p:spPr>
          <a:xfrm>
            <a:off x="508001" y="457200"/>
            <a:ext cx="6447501" cy="9906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32"/>
          <p:cNvSpPr txBox="1">
            <a:spLocks noGrp="1"/>
          </p:cNvSpPr>
          <p:nvPr>
            <p:ph type="body" idx="1"/>
          </p:nvPr>
        </p:nvSpPr>
        <p:spPr>
          <a:xfrm rot="5400000">
            <a:off x="2276462" y="-148019"/>
            <a:ext cx="2910580" cy="6447501"/>
          </a:xfrm>
          <a:prstGeom prst="rect">
            <a:avLst/>
          </a:prstGeom>
          <a:noFill/>
          <a:ln>
            <a:noFill/>
          </a:ln>
        </p:spPr>
        <p:txBody>
          <a:bodyPr spcFirstLastPara="1" wrap="square" lIns="91425" tIns="45700" rIns="91425" bIns="45700" anchor="t" anchorCtr="0">
            <a:norm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141" name="Google Shape;141;p32"/>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32"/>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32"/>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rot="5400000">
            <a:off x="4495739" y="1937216"/>
            <a:ext cx="3938588" cy="97855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3"/>
          <p:cNvSpPr txBox="1">
            <a:spLocks noGrp="1"/>
          </p:cNvSpPr>
          <p:nvPr>
            <p:ph type="body" idx="1"/>
          </p:nvPr>
        </p:nvSpPr>
        <p:spPr>
          <a:xfrm rot="5400000">
            <a:off x="1186264" y="-221062"/>
            <a:ext cx="3938588" cy="5295113"/>
          </a:xfrm>
          <a:prstGeom prst="rect">
            <a:avLst/>
          </a:prstGeom>
          <a:noFill/>
          <a:ln>
            <a:noFill/>
          </a:ln>
        </p:spPr>
        <p:txBody>
          <a:bodyPr spcFirstLastPara="1" wrap="square" lIns="91425" tIns="45700" rIns="91425" bIns="45700" anchor="t" anchorCtr="0">
            <a:normAutofit/>
          </a:bodyPr>
          <a:lstStyle>
            <a:lvl1pPr marL="457200" lvl="0" indent="-320040" algn="l">
              <a:spcBef>
                <a:spcPts val="750"/>
              </a:spcBef>
              <a:spcAft>
                <a:spcPts val="0"/>
              </a:spcAft>
              <a:buSzPts val="1440"/>
              <a:buChar char="►"/>
              <a:defRPr/>
            </a:lvl1pPr>
            <a:lvl2pPr marL="914400" lvl="1" indent="-320040" algn="l">
              <a:spcBef>
                <a:spcPts val="750"/>
              </a:spcBef>
              <a:spcAft>
                <a:spcPts val="0"/>
              </a:spcAft>
              <a:buSzPts val="1440"/>
              <a:buChar char="►"/>
              <a:defRPr/>
            </a:lvl2pPr>
            <a:lvl3pPr marL="1371600" lvl="2" indent="-320039" algn="l">
              <a:spcBef>
                <a:spcPts val="750"/>
              </a:spcBef>
              <a:spcAft>
                <a:spcPts val="0"/>
              </a:spcAft>
              <a:buSzPts val="1440"/>
              <a:buChar char="►"/>
              <a:defRPr/>
            </a:lvl3pPr>
            <a:lvl4pPr marL="1828800" lvl="3" indent="-320039" algn="l">
              <a:spcBef>
                <a:spcPts val="750"/>
              </a:spcBef>
              <a:spcAft>
                <a:spcPts val="0"/>
              </a:spcAft>
              <a:buSzPts val="1440"/>
              <a:buChar char="►"/>
              <a:defRPr/>
            </a:lvl4pPr>
            <a:lvl5pPr marL="2286000" lvl="4" indent="-320039" algn="l">
              <a:spcBef>
                <a:spcPts val="750"/>
              </a:spcBef>
              <a:spcAft>
                <a:spcPts val="0"/>
              </a:spcAft>
              <a:buSzPts val="1440"/>
              <a:buChar char="►"/>
              <a:defRPr/>
            </a:lvl5pPr>
            <a:lvl6pPr marL="2743200" lvl="5" indent="-320039" algn="l">
              <a:spcBef>
                <a:spcPts val="750"/>
              </a:spcBef>
              <a:spcAft>
                <a:spcPts val="0"/>
              </a:spcAft>
              <a:buSzPts val="1440"/>
              <a:buChar char="►"/>
              <a:defRPr/>
            </a:lvl6pPr>
            <a:lvl7pPr marL="3200400" lvl="6" indent="-320039" algn="l">
              <a:spcBef>
                <a:spcPts val="750"/>
              </a:spcBef>
              <a:spcAft>
                <a:spcPts val="0"/>
              </a:spcAft>
              <a:buSzPts val="1440"/>
              <a:buChar char="►"/>
              <a:defRPr/>
            </a:lvl7pPr>
            <a:lvl8pPr marL="3657600" lvl="7" indent="-320040" algn="l">
              <a:spcBef>
                <a:spcPts val="750"/>
              </a:spcBef>
              <a:spcAft>
                <a:spcPts val="0"/>
              </a:spcAft>
              <a:buSzPts val="1440"/>
              <a:buChar char="►"/>
              <a:defRPr/>
            </a:lvl8pPr>
            <a:lvl9pPr marL="4114800" lvl="8" indent="-320040" algn="l">
              <a:spcBef>
                <a:spcPts val="750"/>
              </a:spcBef>
              <a:spcAft>
                <a:spcPts val="0"/>
              </a:spcAft>
              <a:buSzPts val="1440"/>
              <a:buChar char="►"/>
              <a:defRPr/>
            </a:lvl9pPr>
          </a:lstStyle>
          <a:p>
            <a:endParaRPr/>
          </a:p>
        </p:txBody>
      </p:sp>
      <p:sp>
        <p:nvSpPr>
          <p:cNvPr id="147" name="Google Shape;147;p33"/>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33"/>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33"/>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15"/>
          <p:cNvGrpSpPr/>
          <p:nvPr/>
        </p:nvGrpSpPr>
        <p:grpSpPr>
          <a:xfrm>
            <a:off x="0" y="-6350"/>
            <a:ext cx="9144000" cy="5149850"/>
            <a:chOff x="0" y="-8467"/>
            <a:chExt cx="12192000" cy="6866467"/>
          </a:xfrm>
        </p:grpSpPr>
        <p:cxnSp>
          <p:nvCxnSpPr>
            <p:cNvPr id="11" name="Google Shape;11;p15"/>
            <p:cNvCxnSpPr/>
            <p:nvPr/>
          </p:nvCxnSpPr>
          <p:spPr>
            <a:xfrm>
              <a:off x="9371012" y="0"/>
              <a:ext cx="1219200" cy="6858000"/>
            </a:xfrm>
            <a:prstGeom prst="straightConnector1">
              <a:avLst/>
            </a:prstGeom>
            <a:noFill/>
            <a:ln w="9525" cap="flat" cmpd="sng">
              <a:solidFill>
                <a:schemeClr val="accent1">
                  <a:alpha val="70196"/>
                </a:schemeClr>
              </a:solidFill>
              <a:prstDash val="solid"/>
              <a:round/>
              <a:headEnd type="none" w="sm" len="sm"/>
              <a:tailEnd type="none" w="sm" len="sm"/>
            </a:ln>
          </p:spPr>
        </p:cxnSp>
        <p:cxnSp>
          <p:nvCxnSpPr>
            <p:cNvPr id="12" name="Google Shape;12;p15"/>
            <p:cNvCxnSpPr/>
            <p:nvPr/>
          </p:nvCxnSpPr>
          <p:spPr>
            <a:xfrm flipH="1">
              <a:off x="7425267" y="3681413"/>
              <a:ext cx="4763558" cy="3176587"/>
            </a:xfrm>
            <a:prstGeom prst="straightConnector1">
              <a:avLst/>
            </a:prstGeom>
            <a:noFill/>
            <a:ln w="9525" cap="flat" cmpd="sng">
              <a:solidFill>
                <a:schemeClr val="accent1">
                  <a:alpha val="70196"/>
                </a:schemeClr>
              </a:solidFill>
              <a:prstDash val="solid"/>
              <a:round/>
              <a:headEnd type="none" w="sm" len="sm"/>
              <a:tailEnd type="none" w="sm" len="sm"/>
            </a:ln>
          </p:spPr>
        </p:cxnSp>
        <p:sp>
          <p:nvSpPr>
            <p:cNvPr id="13" name="Google Shape;13;p15"/>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5"/>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5"/>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5"/>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5"/>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5"/>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5"/>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5"/>
            <p:cNvSpPr/>
            <p:nvPr/>
          </p:nvSpPr>
          <p:spPr>
            <a:xfrm>
              <a:off x="0" y="4013200"/>
              <a:ext cx="448733" cy="2844800"/>
            </a:xfrm>
            <a:prstGeom prst="triangle">
              <a:avLst>
                <a:gd name="adj" fmla="val 0"/>
              </a:avLst>
            </a:prstGeom>
            <a:solidFill>
              <a:schemeClr val="accent1">
                <a:alpha val="70196"/>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15"/>
          <p:cNvSpPr txBox="1">
            <a:spLocks noGrp="1"/>
          </p:cNvSpPr>
          <p:nvPr>
            <p:ph type="title"/>
          </p:nvPr>
        </p:nvSpPr>
        <p:spPr>
          <a:xfrm>
            <a:off x="508001" y="457200"/>
            <a:ext cx="6447501" cy="9906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2700"/>
              <a:buFont typeface="Trebuchet MS"/>
              <a:buNone/>
              <a:defRPr sz="27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15"/>
          <p:cNvSpPr txBox="1">
            <a:spLocks noGrp="1"/>
          </p:cNvSpPr>
          <p:nvPr>
            <p:ph type="body" idx="1"/>
          </p:nvPr>
        </p:nvSpPr>
        <p:spPr>
          <a:xfrm>
            <a:off x="508001" y="1620442"/>
            <a:ext cx="6447501" cy="2910580"/>
          </a:xfrm>
          <a:prstGeom prst="rect">
            <a:avLst/>
          </a:prstGeom>
          <a:noFill/>
          <a:ln>
            <a:noFill/>
          </a:ln>
        </p:spPr>
        <p:txBody>
          <a:bodyPr spcFirstLastPara="1" wrap="square" lIns="91425" tIns="45700" rIns="91425" bIns="45700" anchor="t" anchorCtr="0">
            <a:normAutofit/>
          </a:bodyPr>
          <a:lstStyle>
            <a:lvl1pPr marL="457200" marR="0" lvl="0" indent="-297180" algn="l" rtl="0">
              <a:spcBef>
                <a:spcPts val="750"/>
              </a:spcBef>
              <a:spcAft>
                <a:spcPts val="0"/>
              </a:spcAft>
              <a:buClr>
                <a:schemeClr val="accent1"/>
              </a:buClr>
              <a:buSzPts val="1080"/>
              <a:buFont typeface="Noto Sans Symbols"/>
              <a:buChar char="►"/>
              <a:defRPr sz="1350" b="0" i="0" u="none" strike="noStrike" cap="none">
                <a:solidFill>
                  <a:srgbClr val="3F3F3F"/>
                </a:solidFill>
                <a:latin typeface="Trebuchet MS"/>
                <a:ea typeface="Trebuchet MS"/>
                <a:cs typeface="Trebuchet MS"/>
                <a:sym typeface="Trebuchet MS"/>
              </a:defRPr>
            </a:lvl1pPr>
            <a:lvl2pPr marL="914400" marR="0" lvl="1" indent="-289560" algn="l" rtl="0">
              <a:spcBef>
                <a:spcPts val="75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2pPr>
            <a:lvl3pPr marL="1371600" marR="0" lvl="2" indent="-281939" algn="l" rtl="0">
              <a:spcBef>
                <a:spcPts val="750"/>
              </a:spcBef>
              <a:spcAft>
                <a:spcPts val="0"/>
              </a:spcAft>
              <a:buClr>
                <a:schemeClr val="accent1"/>
              </a:buClr>
              <a:buSzPts val="840"/>
              <a:buFont typeface="Noto Sans Symbols"/>
              <a:buChar char="►"/>
              <a:defRPr sz="1050" b="0" i="0" u="none" strike="noStrike" cap="none">
                <a:solidFill>
                  <a:srgbClr val="3F3F3F"/>
                </a:solidFill>
                <a:latin typeface="Trebuchet MS"/>
                <a:ea typeface="Trebuchet MS"/>
                <a:cs typeface="Trebuchet MS"/>
                <a:sym typeface="Trebuchet MS"/>
              </a:defRPr>
            </a:lvl3pPr>
            <a:lvl4pPr marL="1828800" marR="0" lvl="3" indent="-274319" algn="l" rtl="0">
              <a:spcBef>
                <a:spcPts val="750"/>
              </a:spcBef>
              <a:spcAft>
                <a:spcPts val="0"/>
              </a:spcAft>
              <a:buClr>
                <a:schemeClr val="accent1"/>
              </a:buClr>
              <a:buSzPts val="720"/>
              <a:buFont typeface="Noto Sans Symbols"/>
              <a:buChar char="►"/>
              <a:defRPr sz="900" b="0" i="0" u="none" strike="noStrike" cap="none">
                <a:solidFill>
                  <a:srgbClr val="3F3F3F"/>
                </a:solidFill>
                <a:latin typeface="Trebuchet MS"/>
                <a:ea typeface="Trebuchet MS"/>
                <a:cs typeface="Trebuchet MS"/>
                <a:sym typeface="Trebuchet MS"/>
              </a:defRPr>
            </a:lvl4pPr>
            <a:lvl5pPr marL="2286000" marR="0" lvl="4" indent="-274320" algn="l" rtl="0">
              <a:spcBef>
                <a:spcPts val="750"/>
              </a:spcBef>
              <a:spcAft>
                <a:spcPts val="0"/>
              </a:spcAft>
              <a:buClr>
                <a:schemeClr val="accent1"/>
              </a:buClr>
              <a:buSzPts val="720"/>
              <a:buFont typeface="Noto Sans Symbols"/>
              <a:buChar char="►"/>
              <a:defRPr sz="900" b="0" i="0" u="none" strike="noStrike" cap="none">
                <a:solidFill>
                  <a:srgbClr val="3F3F3F"/>
                </a:solidFill>
                <a:latin typeface="Trebuchet MS"/>
                <a:ea typeface="Trebuchet MS"/>
                <a:cs typeface="Trebuchet MS"/>
                <a:sym typeface="Trebuchet MS"/>
              </a:defRPr>
            </a:lvl5pPr>
            <a:lvl6pPr marL="2743200" marR="0" lvl="5" indent="-274320" algn="l" rtl="0">
              <a:spcBef>
                <a:spcPts val="750"/>
              </a:spcBef>
              <a:spcAft>
                <a:spcPts val="0"/>
              </a:spcAft>
              <a:buClr>
                <a:schemeClr val="accent1"/>
              </a:buClr>
              <a:buSzPts val="720"/>
              <a:buFont typeface="Noto Sans Symbols"/>
              <a:buChar char="►"/>
              <a:defRPr sz="900" b="0" i="0" u="none" strike="noStrike" cap="none">
                <a:solidFill>
                  <a:srgbClr val="3F3F3F"/>
                </a:solidFill>
                <a:latin typeface="Trebuchet MS"/>
                <a:ea typeface="Trebuchet MS"/>
                <a:cs typeface="Trebuchet MS"/>
                <a:sym typeface="Trebuchet MS"/>
              </a:defRPr>
            </a:lvl6pPr>
            <a:lvl7pPr marL="3200400" marR="0" lvl="6" indent="-274320" algn="l" rtl="0">
              <a:spcBef>
                <a:spcPts val="750"/>
              </a:spcBef>
              <a:spcAft>
                <a:spcPts val="0"/>
              </a:spcAft>
              <a:buClr>
                <a:schemeClr val="accent1"/>
              </a:buClr>
              <a:buSzPts val="720"/>
              <a:buFont typeface="Noto Sans Symbols"/>
              <a:buChar char="►"/>
              <a:defRPr sz="900" b="0" i="0" u="none" strike="noStrike" cap="none">
                <a:solidFill>
                  <a:srgbClr val="3F3F3F"/>
                </a:solidFill>
                <a:latin typeface="Trebuchet MS"/>
                <a:ea typeface="Trebuchet MS"/>
                <a:cs typeface="Trebuchet MS"/>
                <a:sym typeface="Trebuchet MS"/>
              </a:defRPr>
            </a:lvl7pPr>
            <a:lvl8pPr marL="3657600" marR="0" lvl="7" indent="-274320" algn="l" rtl="0">
              <a:spcBef>
                <a:spcPts val="750"/>
              </a:spcBef>
              <a:spcAft>
                <a:spcPts val="0"/>
              </a:spcAft>
              <a:buClr>
                <a:schemeClr val="accent1"/>
              </a:buClr>
              <a:buSzPts val="720"/>
              <a:buFont typeface="Noto Sans Symbols"/>
              <a:buChar char="►"/>
              <a:defRPr sz="900" b="0" i="0" u="none" strike="noStrike" cap="none">
                <a:solidFill>
                  <a:srgbClr val="3F3F3F"/>
                </a:solidFill>
                <a:latin typeface="Trebuchet MS"/>
                <a:ea typeface="Trebuchet MS"/>
                <a:cs typeface="Trebuchet MS"/>
                <a:sym typeface="Trebuchet MS"/>
              </a:defRPr>
            </a:lvl8pPr>
            <a:lvl9pPr marL="4114800" marR="0" lvl="8" indent="-274320" algn="l" rtl="0">
              <a:spcBef>
                <a:spcPts val="750"/>
              </a:spcBef>
              <a:spcAft>
                <a:spcPts val="0"/>
              </a:spcAft>
              <a:buClr>
                <a:schemeClr val="accent1"/>
              </a:buClr>
              <a:buSzPts val="720"/>
              <a:buFont typeface="Noto Sans Symbols"/>
              <a:buChar char="►"/>
              <a:defRPr sz="900"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15"/>
          <p:cNvSpPr txBox="1">
            <a:spLocks noGrp="1"/>
          </p:cNvSpPr>
          <p:nvPr>
            <p:ph type="dt" idx="10"/>
          </p:nvPr>
        </p:nvSpPr>
        <p:spPr>
          <a:xfrm>
            <a:off x="5403850" y="4531022"/>
            <a:ext cx="683954" cy="273844"/>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675"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15"/>
          <p:cNvSpPr txBox="1">
            <a:spLocks noGrp="1"/>
          </p:cNvSpPr>
          <p:nvPr>
            <p:ph type="ftr" idx="11"/>
          </p:nvPr>
        </p:nvSpPr>
        <p:spPr>
          <a:xfrm>
            <a:off x="508001" y="4531022"/>
            <a:ext cx="4723209"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675"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15"/>
          <p:cNvSpPr txBox="1">
            <a:spLocks noGrp="1"/>
          </p:cNvSpPr>
          <p:nvPr>
            <p:ph type="sldNum" idx="12"/>
          </p:nvPr>
        </p:nvSpPr>
        <p:spPr>
          <a:xfrm>
            <a:off x="6442998" y="4531022"/>
            <a:ext cx="512504"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675"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675"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675"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675"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675"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675"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675"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675"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675"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
          <p:cNvSpPr txBox="1">
            <a:spLocks noGrp="1"/>
          </p:cNvSpPr>
          <p:nvPr>
            <p:ph type="subTitle" idx="1"/>
          </p:nvPr>
        </p:nvSpPr>
        <p:spPr>
          <a:xfrm>
            <a:off x="494174" y="1553793"/>
            <a:ext cx="6665582" cy="2286000"/>
          </a:xfrm>
          <a:prstGeom prst="rect">
            <a:avLst/>
          </a:prstGeom>
          <a:noFill/>
          <a:ln>
            <a:noFill/>
          </a:ln>
        </p:spPr>
        <p:txBody>
          <a:bodyPr spcFirstLastPara="1" wrap="square" lIns="91425" tIns="91425" rIns="91425" bIns="91425" anchor="b" anchorCtr="0">
            <a:normAutofit/>
          </a:bodyPr>
          <a:lstStyle/>
          <a:p>
            <a:pPr marL="0" marR="0" lvl="0" indent="0" algn="l" rtl="0">
              <a:lnSpc>
                <a:spcPct val="120000"/>
              </a:lnSpc>
              <a:spcBef>
                <a:spcPts val="0"/>
              </a:spcBef>
              <a:spcAft>
                <a:spcPts val="0"/>
              </a:spcAft>
              <a:buClr>
                <a:schemeClr val="dk1"/>
              </a:buClr>
              <a:buSzPts val="2400"/>
              <a:buFont typeface="Arial Rounded"/>
              <a:buNone/>
            </a:pPr>
            <a:r>
              <a:rPr lang="fr-FR" sz="2400" b="1" i="0" u="none" strike="noStrike" cap="none" dirty="0">
                <a:solidFill>
                  <a:schemeClr val="dk1"/>
                </a:solidFill>
                <a:latin typeface="+mj-lt"/>
                <a:ea typeface="Arial Rounded"/>
                <a:cs typeface="Arial Rounded"/>
                <a:sym typeface="Arial Rounded"/>
              </a:rPr>
              <a:t>Support et mise à disposition de services informatique</a:t>
            </a:r>
            <a:endParaRPr sz="2400" b="1" i="0" u="none" strike="noStrike" cap="none" dirty="0">
              <a:solidFill>
                <a:srgbClr val="000000"/>
              </a:solidFill>
              <a:latin typeface="+mj-lt"/>
              <a:ea typeface="Arial Rounded"/>
              <a:cs typeface="Arial Rounded"/>
              <a:sym typeface="Arial Rounded"/>
            </a:endParaRPr>
          </a:p>
          <a:p>
            <a:pPr marL="0" marR="0" lvl="0" indent="0" algn="l" rtl="0">
              <a:lnSpc>
                <a:spcPct val="120000"/>
              </a:lnSpc>
              <a:spcBef>
                <a:spcPts val="0"/>
              </a:spcBef>
              <a:spcAft>
                <a:spcPts val="0"/>
              </a:spcAft>
              <a:buClr>
                <a:schemeClr val="accent1"/>
              </a:buClr>
              <a:buSzPts val="1400"/>
              <a:buFont typeface="Trebuchet MS"/>
              <a:buNone/>
            </a:pPr>
            <a:endParaRPr sz="1400" b="1" i="0" u="none" strike="noStrike" cap="none" dirty="0">
              <a:solidFill>
                <a:srgbClr val="000000"/>
              </a:solidFill>
              <a:latin typeface="+mj-lt"/>
              <a:ea typeface="Arial Rounded"/>
              <a:cs typeface="Arial Rounded"/>
              <a:sym typeface="Arial Rounded"/>
            </a:endParaRPr>
          </a:p>
          <a:p>
            <a:pPr marL="0" marR="0" lvl="0" indent="0" algn="l" rtl="0">
              <a:lnSpc>
                <a:spcPct val="120000"/>
              </a:lnSpc>
              <a:spcBef>
                <a:spcPts val="0"/>
              </a:spcBef>
              <a:spcAft>
                <a:spcPts val="0"/>
              </a:spcAft>
              <a:buClr>
                <a:schemeClr val="accent1"/>
              </a:buClr>
              <a:buSzPts val="1400"/>
              <a:buFont typeface="Trebuchet MS"/>
              <a:buNone/>
            </a:pPr>
            <a:endParaRPr sz="1400" b="1" i="0" u="none" strike="noStrike" cap="none" dirty="0">
              <a:solidFill>
                <a:srgbClr val="000000"/>
              </a:solidFill>
              <a:latin typeface="+mj-lt"/>
              <a:ea typeface="Arial Rounded"/>
              <a:cs typeface="Arial Rounded"/>
              <a:sym typeface="Arial Rounded"/>
            </a:endParaRPr>
          </a:p>
          <a:p>
            <a:pPr marL="0" marR="0" lvl="0" indent="0" algn="l" rtl="0">
              <a:lnSpc>
                <a:spcPct val="120000"/>
              </a:lnSpc>
              <a:spcBef>
                <a:spcPts val="0"/>
              </a:spcBef>
              <a:spcAft>
                <a:spcPts val="0"/>
              </a:spcAft>
              <a:buClr>
                <a:schemeClr val="accent1"/>
              </a:buClr>
              <a:buSzPts val="1400"/>
              <a:buFont typeface="Trebuchet MS"/>
              <a:buNone/>
            </a:pPr>
            <a:endParaRPr sz="1400" b="1" i="0" u="none" strike="noStrike" cap="none" dirty="0">
              <a:solidFill>
                <a:srgbClr val="000000"/>
              </a:solidFill>
              <a:latin typeface="+mj-lt"/>
              <a:ea typeface="Arial Rounded"/>
              <a:cs typeface="Arial Rounded"/>
              <a:sym typeface="Arial Rounded"/>
            </a:endParaRPr>
          </a:p>
          <a:p>
            <a:pPr marL="0" marR="0" lvl="0" indent="0" algn="l" rtl="0">
              <a:lnSpc>
                <a:spcPct val="120000"/>
              </a:lnSpc>
              <a:spcBef>
                <a:spcPts val="0"/>
              </a:spcBef>
              <a:spcAft>
                <a:spcPts val="0"/>
              </a:spcAft>
              <a:buClr>
                <a:schemeClr val="accent1"/>
              </a:buClr>
              <a:buSzPts val="1400"/>
              <a:buFont typeface="Trebuchet MS"/>
              <a:buNone/>
            </a:pPr>
            <a:endParaRPr sz="1400" b="1" i="0" u="none" strike="noStrike" cap="none" dirty="0">
              <a:solidFill>
                <a:srgbClr val="000000"/>
              </a:solidFill>
              <a:latin typeface="+mj-lt"/>
              <a:ea typeface="Arial Rounded"/>
              <a:cs typeface="Arial Rounded"/>
              <a:sym typeface="Arial Rounded"/>
            </a:endParaRPr>
          </a:p>
        </p:txBody>
      </p:sp>
      <p:sp>
        <p:nvSpPr>
          <p:cNvPr id="156" name="Google Shape;156;p1"/>
          <p:cNvSpPr txBox="1">
            <a:spLocks noGrp="1"/>
          </p:cNvSpPr>
          <p:nvPr>
            <p:ph type="title"/>
          </p:nvPr>
        </p:nvSpPr>
        <p:spPr>
          <a:xfrm>
            <a:off x="494174" y="463758"/>
            <a:ext cx="4747404" cy="1614470"/>
          </a:xfrm>
          <a:prstGeom prst="rect">
            <a:avLst/>
          </a:prstGeom>
          <a:noFill/>
          <a:ln>
            <a:noFill/>
          </a:ln>
        </p:spPr>
        <p:txBody>
          <a:bodyPr spcFirstLastPara="1" wrap="square" lIns="91425" tIns="91425" rIns="91425" bIns="91425" anchor="t" anchorCtr="0">
            <a:normAutofit/>
          </a:bodyPr>
          <a:lstStyle/>
          <a:p>
            <a:pPr marL="0" lvl="0" indent="0" algn="l" rtl="0">
              <a:lnSpc>
                <a:spcPct val="90000"/>
              </a:lnSpc>
              <a:spcBef>
                <a:spcPts val="0"/>
              </a:spcBef>
              <a:spcAft>
                <a:spcPts val="0"/>
              </a:spcAft>
              <a:buClr>
                <a:schemeClr val="dk1"/>
              </a:buClr>
              <a:buSzPts val="6000"/>
              <a:buFont typeface="Albert Sans"/>
              <a:buNone/>
            </a:pPr>
            <a:r>
              <a:rPr lang="fr-FR" sz="6000" u="none" strike="noStrike" dirty="0">
                <a:solidFill>
                  <a:schemeClr val="dk1"/>
                </a:solidFill>
                <a:latin typeface="+mj-lt"/>
                <a:ea typeface="Albert Sans"/>
                <a:cs typeface="Albert Sans"/>
                <a:sym typeface="Albert Sans"/>
              </a:rPr>
              <a:t>Epreuve E5</a:t>
            </a:r>
            <a:endParaRPr sz="6000" u="none" strike="noStrike" dirty="0">
              <a:solidFill>
                <a:schemeClr val="dk1"/>
              </a:solidFill>
              <a:latin typeface="+mj-lt"/>
              <a:ea typeface="Arial"/>
              <a:cs typeface="Arial"/>
              <a:sym typeface="Arial"/>
            </a:endParaRPr>
          </a:p>
        </p:txBody>
      </p:sp>
      <p:sp>
        <p:nvSpPr>
          <p:cNvPr id="157" name="Google Shape;157;p1"/>
          <p:cNvSpPr txBox="1"/>
          <p:nvPr/>
        </p:nvSpPr>
        <p:spPr>
          <a:xfrm>
            <a:off x="3578888" y="4202371"/>
            <a:ext cx="4575362" cy="424691"/>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chemeClr val="dk1"/>
              </a:buClr>
              <a:buSzPts val="1800"/>
              <a:buFont typeface="Arial Rounded"/>
              <a:buNone/>
            </a:pPr>
            <a:r>
              <a:rPr lang="fr-FR" sz="1800" b="1" i="0" u="none" strike="noStrike" cap="none" dirty="0">
                <a:solidFill>
                  <a:schemeClr val="dk1"/>
                </a:solidFill>
                <a:latin typeface="+mj-lt"/>
                <a:ea typeface="Arial Rounded"/>
                <a:cs typeface="Arial Rounded"/>
                <a:sym typeface="Arial Rounded"/>
              </a:rPr>
              <a:t>Benjamin Boniface</a:t>
            </a:r>
            <a:endParaRPr sz="1800" b="1" i="0" u="none" strike="noStrike" cap="none" dirty="0">
              <a:solidFill>
                <a:srgbClr val="000000"/>
              </a:solidFill>
              <a:latin typeface="+mj-lt"/>
              <a:ea typeface="Arial Rounded"/>
              <a:cs typeface="Arial Rounded"/>
              <a:sym typeface="Arial Round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
          <p:cNvSpPr/>
          <p:nvPr/>
        </p:nvSpPr>
        <p:spPr>
          <a:xfrm>
            <a:off x="-428760" y="4257720"/>
            <a:ext cx="3228480" cy="3536977"/>
          </a:xfrm>
          <a:prstGeom prst="rect">
            <a:avLst/>
          </a:prstGeom>
          <a:noFill/>
          <a:ln>
            <a:noFill/>
          </a:ln>
        </p:spPr>
        <p:txBody>
          <a:bodyPr spcFirstLastPara="1" wrap="square" lIns="870823075" tIns="1614225" rIns="870823075" bIns="1614225" anchor="t" anchorCtr="0">
            <a:sp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mj-lt"/>
              <a:ea typeface="Arial"/>
              <a:cs typeface="Arial"/>
              <a:sym typeface="Arial"/>
            </a:endParaRPr>
          </a:p>
        </p:txBody>
      </p:sp>
      <p:sp>
        <p:nvSpPr>
          <p:cNvPr id="164" name="Google Shape;164;p2"/>
          <p:cNvSpPr/>
          <p:nvPr/>
        </p:nvSpPr>
        <p:spPr>
          <a:xfrm>
            <a:off x="1676520" y="4448160"/>
            <a:ext cx="2238120" cy="2537309"/>
          </a:xfrm>
          <a:prstGeom prst="rect">
            <a:avLst/>
          </a:prstGeom>
          <a:noFill/>
          <a:ln>
            <a:noFill/>
          </a:ln>
        </p:spPr>
        <p:txBody>
          <a:bodyPr spcFirstLastPara="1" wrap="square" lIns="870823075" tIns="1119225" rIns="870823075" bIns="1119225" anchor="t" anchorCtr="0">
            <a:sp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mj-lt"/>
              <a:ea typeface="Arial"/>
              <a:cs typeface="Arial"/>
              <a:sym typeface="Arial"/>
            </a:endParaRPr>
          </a:p>
        </p:txBody>
      </p:sp>
      <p:sp>
        <p:nvSpPr>
          <p:cNvPr id="165" name="Google Shape;165;p2"/>
          <p:cNvSpPr/>
          <p:nvPr/>
        </p:nvSpPr>
        <p:spPr>
          <a:xfrm>
            <a:off x="3228840" y="4857840"/>
            <a:ext cx="1733040" cy="2026923"/>
          </a:xfrm>
          <a:prstGeom prst="rect">
            <a:avLst/>
          </a:prstGeom>
          <a:noFill/>
          <a:ln>
            <a:noFill/>
          </a:ln>
        </p:spPr>
        <p:txBody>
          <a:bodyPr spcFirstLastPara="1" wrap="square" lIns="870823075" tIns="866500" rIns="870823075" bIns="866500" anchor="t" anchorCtr="0">
            <a:spAutoFit/>
          </a:bodyPr>
          <a:lstStyle/>
          <a:p>
            <a:pPr marL="0" marR="0" lvl="0" indent="0" algn="ctr" rtl="0">
              <a:lnSpc>
                <a:spcPct val="100000"/>
              </a:lnSpc>
              <a:spcBef>
                <a:spcPts val="0"/>
              </a:spcBef>
              <a:spcAft>
                <a:spcPts val="0"/>
              </a:spcAft>
              <a:buNone/>
            </a:pPr>
            <a:endParaRPr sz="1800" b="0" i="0" u="none" strike="noStrike" cap="none">
              <a:solidFill>
                <a:schemeClr val="dk1"/>
              </a:solidFill>
              <a:latin typeface="+mj-lt"/>
              <a:ea typeface="Arial"/>
              <a:cs typeface="Arial"/>
              <a:sym typeface="Arial"/>
            </a:endParaRPr>
          </a:p>
        </p:txBody>
      </p:sp>
      <p:sp>
        <p:nvSpPr>
          <p:cNvPr id="166" name="Google Shape;166;p2"/>
          <p:cNvSpPr txBox="1"/>
          <p:nvPr/>
        </p:nvSpPr>
        <p:spPr>
          <a:xfrm>
            <a:off x="404463" y="971280"/>
            <a:ext cx="4790514" cy="424691"/>
          </a:xfrm>
          <a:prstGeom prst="rect">
            <a:avLst/>
          </a:prstGeom>
          <a:noFill/>
          <a:ln>
            <a:noFill/>
          </a:ln>
        </p:spPr>
        <p:txBody>
          <a:bodyPr spcFirstLastPara="1" wrap="square" lIns="91425" tIns="45700" rIns="91425" bIns="45700" anchor="t" anchorCtr="0">
            <a:spAutoFit/>
          </a:bodyPr>
          <a:lstStyle/>
          <a:p>
            <a:pPr marL="47880" marR="0" lvl="0" indent="0" algn="l" rtl="0">
              <a:lnSpc>
                <a:spcPct val="120000"/>
              </a:lnSpc>
              <a:spcBef>
                <a:spcPts val="0"/>
              </a:spcBef>
              <a:spcAft>
                <a:spcPts val="0"/>
              </a:spcAft>
              <a:buNone/>
            </a:pPr>
            <a:r>
              <a:rPr lang="fr-FR" sz="1800" b="0" i="0" u="none" strike="noStrike" cap="none" dirty="0">
                <a:solidFill>
                  <a:schemeClr val="dk1"/>
                </a:solidFill>
                <a:latin typeface="+mj-lt"/>
                <a:ea typeface="Arial"/>
                <a:cs typeface="Arial"/>
                <a:sym typeface="Arial"/>
              </a:rPr>
              <a:t>Présentation personnelle :</a:t>
            </a:r>
            <a:endParaRPr sz="1800" b="0" i="0" u="none" strike="noStrike" cap="none" dirty="0">
              <a:solidFill>
                <a:schemeClr val="dk1"/>
              </a:solidFill>
              <a:latin typeface="+mj-lt"/>
              <a:ea typeface="Arial"/>
              <a:cs typeface="Arial"/>
              <a:sym typeface="Arial"/>
            </a:endParaRPr>
          </a:p>
        </p:txBody>
      </p:sp>
      <p:sp>
        <p:nvSpPr>
          <p:cNvPr id="167" name="Google Shape;167;p2"/>
          <p:cNvSpPr txBox="1">
            <a:spLocks noGrp="1"/>
          </p:cNvSpPr>
          <p:nvPr>
            <p:ph type="body" idx="1"/>
          </p:nvPr>
        </p:nvSpPr>
        <p:spPr>
          <a:xfrm>
            <a:off x="333360" y="1389685"/>
            <a:ext cx="6497746" cy="3700027"/>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fr-FR" sz="1100" b="1">
                <a:solidFill>
                  <a:schemeClr val="dk1"/>
                </a:solidFill>
                <a:latin typeface="+mj-lt"/>
                <a:ea typeface="Calibri"/>
                <a:cs typeface="Calibri"/>
                <a:sym typeface="Calibri"/>
              </a:rPr>
              <a:t>❖ </a:t>
            </a:r>
            <a:r>
              <a:rPr lang="fr-FR" sz="1100">
                <a:latin typeface="+mj-lt"/>
                <a:ea typeface="Calibri"/>
                <a:cs typeface="Calibri"/>
                <a:sym typeface="Calibri"/>
              </a:rPr>
              <a:t>Benjamin Boniface</a:t>
            </a:r>
            <a:endParaRPr>
              <a:latin typeface="+mj-lt"/>
            </a:endParaRPr>
          </a:p>
          <a:p>
            <a:pPr marL="47880" lvl="0" indent="0" algn="l" rtl="0">
              <a:lnSpc>
                <a:spcPct val="120000"/>
              </a:lnSpc>
              <a:spcBef>
                <a:spcPts val="750"/>
              </a:spcBef>
              <a:spcAft>
                <a:spcPts val="0"/>
              </a:spcAft>
              <a:buSzPts val="640"/>
              <a:buNone/>
            </a:pPr>
            <a:endParaRPr sz="800">
              <a:latin typeface="+mj-lt"/>
              <a:ea typeface="Calibri"/>
              <a:cs typeface="Calibri"/>
              <a:sym typeface="Calibri"/>
            </a:endParaRPr>
          </a:p>
          <a:p>
            <a:pPr marL="0" lvl="0" indent="0" algn="l" rtl="0">
              <a:lnSpc>
                <a:spcPct val="120000"/>
              </a:lnSpc>
              <a:spcBef>
                <a:spcPts val="750"/>
              </a:spcBef>
              <a:spcAft>
                <a:spcPts val="0"/>
              </a:spcAft>
              <a:buNone/>
            </a:pPr>
            <a:r>
              <a:rPr lang="fr-FR" sz="1100" b="1">
                <a:solidFill>
                  <a:schemeClr val="dk1"/>
                </a:solidFill>
                <a:latin typeface="+mj-lt"/>
                <a:ea typeface="Calibri"/>
                <a:cs typeface="Calibri"/>
                <a:sym typeface="Calibri"/>
              </a:rPr>
              <a:t>❖ </a:t>
            </a:r>
            <a:r>
              <a:rPr lang="fr-FR" sz="1100" b="0" u="none" strike="noStrike">
                <a:latin typeface="+mj-lt"/>
                <a:ea typeface="Calibri"/>
                <a:cs typeface="Calibri"/>
                <a:sym typeface="Calibri"/>
              </a:rPr>
              <a:t>Formation initiale Licence en Qualité sécurité environnement </a:t>
            </a:r>
            <a:endParaRPr>
              <a:latin typeface="+mj-lt"/>
            </a:endParaRPr>
          </a:p>
          <a:p>
            <a:pPr marL="557212" lvl="0" indent="0" algn="l" rtl="0">
              <a:lnSpc>
                <a:spcPct val="120000"/>
              </a:lnSpc>
              <a:spcBef>
                <a:spcPts val="750"/>
              </a:spcBef>
              <a:spcAft>
                <a:spcPts val="0"/>
              </a:spcAft>
              <a:buNone/>
            </a:pPr>
            <a:r>
              <a:rPr lang="fr-FR" sz="950" b="0" u="none" strike="noStrike">
                <a:latin typeface="+mj-lt"/>
                <a:ea typeface="Calibri"/>
                <a:cs typeface="Calibri"/>
                <a:sym typeface="Calibri"/>
              </a:rPr>
              <a:t>Responsable QSE dans des entreprises du domaine de la Métallurgie.</a:t>
            </a:r>
            <a:endParaRPr>
              <a:latin typeface="+mj-lt"/>
            </a:endParaRPr>
          </a:p>
          <a:p>
            <a:pPr marL="219330" lvl="0" indent="-130810" algn="l" rtl="0">
              <a:lnSpc>
                <a:spcPct val="120000"/>
              </a:lnSpc>
              <a:spcBef>
                <a:spcPts val="750"/>
              </a:spcBef>
              <a:spcAft>
                <a:spcPts val="0"/>
              </a:spcAft>
              <a:buSzPts val="640"/>
              <a:buFont typeface="Noto Sans Symbols"/>
              <a:buNone/>
            </a:pPr>
            <a:endParaRPr sz="800">
              <a:latin typeface="+mj-lt"/>
              <a:ea typeface="Calibri"/>
              <a:cs typeface="Calibri"/>
              <a:sym typeface="Calibri"/>
            </a:endParaRPr>
          </a:p>
          <a:p>
            <a:pPr marL="0" lvl="0" indent="0" algn="l" rtl="0">
              <a:lnSpc>
                <a:spcPct val="120000"/>
              </a:lnSpc>
              <a:spcBef>
                <a:spcPts val="750"/>
              </a:spcBef>
              <a:spcAft>
                <a:spcPts val="0"/>
              </a:spcAft>
              <a:buNone/>
            </a:pPr>
            <a:r>
              <a:rPr lang="fr-FR" sz="1100">
                <a:latin typeface="+mj-lt"/>
                <a:ea typeface="Calibri"/>
                <a:cs typeface="Calibri"/>
                <a:sym typeface="Calibri"/>
              </a:rPr>
              <a:t>R</a:t>
            </a:r>
            <a:r>
              <a:rPr lang="fr-FR" sz="1100" b="0" u="none" strike="noStrike">
                <a:latin typeface="+mj-lt"/>
                <a:ea typeface="Calibri"/>
                <a:cs typeface="Calibri"/>
                <a:sym typeface="Calibri"/>
              </a:rPr>
              <a:t>éorientation</a:t>
            </a:r>
            <a:endParaRPr>
              <a:latin typeface="+mj-lt"/>
            </a:endParaRPr>
          </a:p>
          <a:p>
            <a:pPr marL="557212" lvl="0" indent="0" algn="l" rtl="0">
              <a:lnSpc>
                <a:spcPct val="120000"/>
              </a:lnSpc>
              <a:spcBef>
                <a:spcPts val="750"/>
              </a:spcBef>
              <a:spcAft>
                <a:spcPts val="0"/>
              </a:spcAft>
              <a:buNone/>
            </a:pPr>
            <a:r>
              <a:rPr lang="fr-FR" sz="950">
                <a:latin typeface="+mj-lt"/>
                <a:ea typeface="Calibri"/>
                <a:cs typeface="Calibri"/>
                <a:sym typeface="Calibri"/>
              </a:rPr>
              <a:t>Travail dans des Association de protection des animaux</a:t>
            </a:r>
            <a:endParaRPr>
              <a:latin typeface="+mj-lt"/>
            </a:endParaRPr>
          </a:p>
          <a:p>
            <a:pPr marL="557212" lvl="0" indent="0" algn="l" rtl="0">
              <a:lnSpc>
                <a:spcPct val="120000"/>
              </a:lnSpc>
              <a:spcBef>
                <a:spcPts val="750"/>
              </a:spcBef>
              <a:spcAft>
                <a:spcPts val="0"/>
              </a:spcAft>
              <a:buNone/>
            </a:pPr>
            <a:r>
              <a:rPr lang="fr-FR" sz="950" b="0" u="none" strike="noStrike">
                <a:latin typeface="+mj-lt"/>
                <a:ea typeface="Calibri"/>
                <a:cs typeface="Calibri"/>
                <a:sym typeface="Calibri"/>
              </a:rPr>
              <a:t>Création d’une </a:t>
            </a:r>
            <a:r>
              <a:rPr lang="fr-FR" sz="950">
                <a:latin typeface="+mj-lt"/>
                <a:ea typeface="Calibri"/>
                <a:cs typeface="Calibri"/>
                <a:sym typeface="Calibri"/>
              </a:rPr>
              <a:t>micro-entreprise dans le travail du bois</a:t>
            </a:r>
            <a:endParaRPr>
              <a:latin typeface="+mj-lt"/>
            </a:endParaRPr>
          </a:p>
          <a:p>
            <a:pPr marL="519368" lvl="1" indent="-130809" algn="l" rtl="0">
              <a:lnSpc>
                <a:spcPct val="120000"/>
              </a:lnSpc>
              <a:spcBef>
                <a:spcPts val="750"/>
              </a:spcBef>
              <a:spcAft>
                <a:spcPts val="0"/>
              </a:spcAft>
              <a:buSzPts val="640"/>
              <a:buFont typeface="Noto Sans Symbols"/>
              <a:buNone/>
            </a:pPr>
            <a:endParaRPr sz="800" b="0" u="none" strike="noStrike">
              <a:latin typeface="+mj-lt"/>
              <a:ea typeface="Calibri"/>
              <a:cs typeface="Calibri"/>
              <a:sym typeface="Calibri"/>
            </a:endParaRPr>
          </a:p>
          <a:p>
            <a:pPr marL="0" lvl="0" indent="0" algn="l" rtl="0">
              <a:lnSpc>
                <a:spcPct val="120000"/>
              </a:lnSpc>
              <a:spcBef>
                <a:spcPts val="750"/>
              </a:spcBef>
              <a:spcAft>
                <a:spcPts val="0"/>
              </a:spcAft>
              <a:buNone/>
            </a:pPr>
            <a:r>
              <a:rPr lang="fr-FR" sz="1100" b="1">
                <a:solidFill>
                  <a:schemeClr val="dk1"/>
                </a:solidFill>
                <a:latin typeface="+mj-lt"/>
                <a:ea typeface="Calibri"/>
                <a:cs typeface="Calibri"/>
                <a:sym typeface="Calibri"/>
              </a:rPr>
              <a:t>❖ </a:t>
            </a:r>
            <a:r>
              <a:rPr lang="fr-FR" sz="1100">
                <a:latin typeface="+mj-lt"/>
                <a:ea typeface="Calibri"/>
                <a:cs typeface="Calibri"/>
                <a:sym typeface="Calibri"/>
              </a:rPr>
              <a:t>Moniteur d’atelier dans un Etablissement d’aide et de soutien par le travail</a:t>
            </a:r>
            <a:endParaRPr>
              <a:latin typeface="+mj-lt"/>
            </a:endParaRPr>
          </a:p>
          <a:p>
            <a:pPr marL="557212" lvl="0" indent="0" algn="l" rtl="0">
              <a:lnSpc>
                <a:spcPct val="120000"/>
              </a:lnSpc>
              <a:spcBef>
                <a:spcPts val="750"/>
              </a:spcBef>
              <a:spcAft>
                <a:spcPts val="0"/>
              </a:spcAft>
              <a:buNone/>
            </a:pPr>
            <a:r>
              <a:rPr lang="fr-FR" sz="950">
                <a:latin typeface="+mj-lt"/>
                <a:ea typeface="Calibri"/>
                <a:cs typeface="Calibri"/>
                <a:sym typeface="Calibri"/>
              </a:rPr>
              <a:t>Le métier de moniteur consiste en : </a:t>
            </a:r>
            <a:endParaRPr>
              <a:latin typeface="+mj-lt"/>
            </a:endParaRPr>
          </a:p>
          <a:p>
            <a:pPr marL="857250" lvl="0" indent="0" algn="l" rtl="0">
              <a:lnSpc>
                <a:spcPct val="120000"/>
              </a:lnSpc>
              <a:spcBef>
                <a:spcPts val="750"/>
              </a:spcBef>
              <a:spcAft>
                <a:spcPts val="0"/>
              </a:spcAft>
              <a:buNone/>
            </a:pPr>
            <a:r>
              <a:rPr lang="fr-FR" sz="800">
                <a:latin typeface="+mj-lt"/>
                <a:ea typeface="Calibri"/>
                <a:cs typeface="Calibri"/>
                <a:sym typeface="Calibri"/>
              </a:rPr>
              <a:t>Faire monter en compétence les usagers via l’outil de travail</a:t>
            </a:r>
            <a:endParaRPr>
              <a:latin typeface="+mj-lt"/>
            </a:endParaRPr>
          </a:p>
          <a:p>
            <a:pPr marL="857250" lvl="0" indent="0" algn="l" rtl="0">
              <a:lnSpc>
                <a:spcPct val="120000"/>
              </a:lnSpc>
              <a:spcBef>
                <a:spcPts val="750"/>
              </a:spcBef>
              <a:spcAft>
                <a:spcPts val="0"/>
              </a:spcAft>
              <a:buNone/>
            </a:pPr>
            <a:r>
              <a:rPr lang="fr-FR" sz="800">
                <a:latin typeface="+mj-lt"/>
                <a:ea typeface="Calibri"/>
                <a:cs typeface="Calibri"/>
                <a:sym typeface="Calibri"/>
              </a:rPr>
              <a:t>Adapter les apprentissages en fonction de la production et des savoir-faire / compétences des usagers</a:t>
            </a:r>
            <a:endParaRPr>
              <a:latin typeface="+mj-lt"/>
            </a:endParaRPr>
          </a:p>
          <a:p>
            <a:pPr marL="819405" lvl="2" indent="-130809" algn="l" rtl="0">
              <a:lnSpc>
                <a:spcPct val="120000"/>
              </a:lnSpc>
              <a:spcBef>
                <a:spcPts val="750"/>
              </a:spcBef>
              <a:spcAft>
                <a:spcPts val="0"/>
              </a:spcAft>
              <a:buSzPts val="640"/>
              <a:buFont typeface="Noto Sans Symbols"/>
              <a:buNone/>
            </a:pPr>
            <a:endParaRPr sz="800">
              <a:latin typeface="+mj-lt"/>
              <a:ea typeface="Calibri"/>
              <a:cs typeface="Calibri"/>
              <a:sym typeface="Calibri"/>
            </a:endParaRPr>
          </a:p>
          <a:p>
            <a:pPr marL="819405" lvl="2" indent="-130809" algn="l" rtl="0">
              <a:lnSpc>
                <a:spcPct val="120000"/>
              </a:lnSpc>
              <a:spcBef>
                <a:spcPts val="750"/>
              </a:spcBef>
              <a:spcAft>
                <a:spcPts val="0"/>
              </a:spcAft>
              <a:buSzPts val="640"/>
              <a:buFont typeface="Noto Sans Symbols"/>
              <a:buNone/>
            </a:pPr>
            <a:endParaRPr sz="800">
              <a:latin typeface="+mj-lt"/>
              <a:ea typeface="Calibri"/>
              <a:cs typeface="Calibri"/>
              <a:sym typeface="Calibri"/>
            </a:endParaRPr>
          </a:p>
          <a:p>
            <a:pPr marL="47880" lvl="0" indent="0" algn="l" rtl="0">
              <a:lnSpc>
                <a:spcPct val="120000"/>
              </a:lnSpc>
              <a:spcBef>
                <a:spcPts val="750"/>
              </a:spcBef>
              <a:spcAft>
                <a:spcPts val="0"/>
              </a:spcAft>
              <a:buSzPts val="880"/>
              <a:buNone/>
            </a:pPr>
            <a:endParaRPr sz="1100" b="1">
              <a:latin typeface="+mj-lt"/>
              <a:ea typeface="Arial Rounded"/>
              <a:cs typeface="Arial Rounded"/>
              <a:sym typeface="Arial Rounded"/>
            </a:endParaRPr>
          </a:p>
        </p:txBody>
      </p:sp>
      <p:sp>
        <p:nvSpPr>
          <p:cNvPr id="168" name="Google Shape;168;p2"/>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714375" marR="0" lvl="0" indent="-457200" algn="l" rtl="0">
              <a:lnSpc>
                <a:spcPct val="90000"/>
              </a:lnSpc>
              <a:spcBef>
                <a:spcPts val="0"/>
              </a:spcBef>
              <a:spcAft>
                <a:spcPts val="0"/>
              </a:spcAft>
              <a:buClr>
                <a:schemeClr val="accent1"/>
              </a:buClr>
              <a:buSzPts val="1920"/>
              <a:buFont typeface="Noto Sans Symbols"/>
              <a:buChar char="►"/>
            </a:pPr>
            <a:r>
              <a:rPr lang="fr-FR" sz="2400" b="1" i="0" u="none" strike="noStrike" cap="none" dirty="0">
                <a:solidFill>
                  <a:schemeClr val="dk1"/>
                </a:solidFill>
                <a:latin typeface="+mj-lt"/>
                <a:ea typeface="Arial Rounded"/>
                <a:cs typeface="Arial Rounded"/>
                <a:sym typeface="Arial Rounded"/>
              </a:rPr>
              <a:t>Introduction</a:t>
            </a:r>
            <a:endParaRPr sz="2400" b="1" i="0" u="none" strike="noStrike" cap="none" dirty="0">
              <a:solidFill>
                <a:schemeClr val="dk1"/>
              </a:solidFill>
              <a:latin typeface="+mj-lt"/>
              <a:ea typeface="Arial Rounded"/>
              <a:cs typeface="Arial Rounded"/>
              <a:sym typeface="Arial Round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
          <p:cNvSpPr txBox="1">
            <a:spLocks noGrp="1"/>
          </p:cNvSpPr>
          <p:nvPr>
            <p:ph type="body" idx="1"/>
          </p:nvPr>
        </p:nvSpPr>
        <p:spPr>
          <a:xfrm>
            <a:off x="622470" y="1363468"/>
            <a:ext cx="6430511" cy="3465752"/>
          </a:xfrm>
          <a:prstGeom prst="rect">
            <a:avLst/>
          </a:prstGeom>
          <a:noFill/>
          <a:ln>
            <a:noFill/>
          </a:ln>
        </p:spPr>
        <p:txBody>
          <a:bodyPr spcFirstLastPara="1" wrap="square" lIns="91425" tIns="91425" rIns="91425" bIns="91425" anchor="t" anchorCtr="0">
            <a:noAutofit/>
          </a:bodyPr>
          <a:lstStyle/>
          <a:p>
            <a:pPr marL="0" lvl="0" indent="0" algn="l" rtl="0">
              <a:lnSpc>
                <a:spcPct val="120000"/>
              </a:lnSpc>
              <a:spcBef>
                <a:spcPts val="0"/>
              </a:spcBef>
              <a:spcAft>
                <a:spcPts val="0"/>
              </a:spcAft>
              <a:buNone/>
            </a:pPr>
            <a:r>
              <a:rPr lang="fr-FR" sz="1100" b="1">
                <a:solidFill>
                  <a:schemeClr val="dk1"/>
                </a:solidFill>
                <a:latin typeface="+mj-lt"/>
                <a:ea typeface="Calibri"/>
                <a:cs typeface="Calibri"/>
                <a:sym typeface="Calibri"/>
              </a:rPr>
              <a:t>❖ </a:t>
            </a:r>
            <a:r>
              <a:rPr lang="fr-FR" sz="1100">
                <a:latin typeface="+mj-lt"/>
                <a:ea typeface="Calibri"/>
                <a:cs typeface="Calibri"/>
                <a:sym typeface="Calibri"/>
              </a:rPr>
              <a:t>Fondation ANAIS </a:t>
            </a:r>
            <a:endParaRPr>
              <a:latin typeface="+mj-lt"/>
            </a:endParaRPr>
          </a:p>
          <a:p>
            <a:pPr marL="343080" lvl="0" indent="-295200" algn="l" rtl="0">
              <a:lnSpc>
                <a:spcPct val="120000"/>
              </a:lnSpc>
              <a:spcBef>
                <a:spcPts val="750"/>
              </a:spcBef>
              <a:spcAft>
                <a:spcPts val="0"/>
              </a:spcAft>
              <a:buSzPts val="880"/>
              <a:buNone/>
            </a:pPr>
            <a:r>
              <a:rPr lang="fr-FR" sz="1100" b="0" u="none" strike="noStrike">
                <a:latin typeface="+mj-lt"/>
                <a:ea typeface="Calibri"/>
                <a:cs typeface="Calibri"/>
                <a:sym typeface="Calibri"/>
              </a:rPr>
              <a:t>		-utilité public</a:t>
            </a:r>
            <a:endParaRPr>
              <a:latin typeface="+mj-lt"/>
            </a:endParaRPr>
          </a:p>
          <a:p>
            <a:pPr marL="343080" lvl="0" indent="-295200" algn="l" rtl="0">
              <a:lnSpc>
                <a:spcPct val="120000"/>
              </a:lnSpc>
              <a:spcBef>
                <a:spcPts val="750"/>
              </a:spcBef>
              <a:spcAft>
                <a:spcPts val="0"/>
              </a:spcAft>
              <a:buSzPts val="880"/>
              <a:buNone/>
            </a:pPr>
            <a:r>
              <a:rPr lang="fr-FR" sz="1100">
                <a:latin typeface="+mj-lt"/>
                <a:ea typeface="Calibri"/>
                <a:cs typeface="Calibri"/>
                <a:sym typeface="Calibri"/>
              </a:rPr>
              <a:t>		-102 Établissements dans tout le secteur du handicape, 2200 collaborateurs, 4000 place d’accueil</a:t>
            </a:r>
            <a:endParaRPr>
              <a:latin typeface="+mj-lt"/>
            </a:endParaRPr>
          </a:p>
          <a:p>
            <a:pPr marL="343080" lvl="0" indent="-295200" algn="l" rtl="0">
              <a:lnSpc>
                <a:spcPct val="120000"/>
              </a:lnSpc>
              <a:spcBef>
                <a:spcPts val="750"/>
              </a:spcBef>
              <a:spcAft>
                <a:spcPts val="0"/>
              </a:spcAft>
              <a:buSzPts val="880"/>
              <a:buNone/>
            </a:pPr>
            <a:r>
              <a:rPr lang="fr-FR" sz="1100" b="0" u="none" strike="noStrike">
                <a:latin typeface="+mj-lt"/>
                <a:ea typeface="Calibri"/>
                <a:cs typeface="Calibri"/>
                <a:sym typeface="Calibri"/>
              </a:rPr>
              <a:t>		-Un service informatique de 3 personnes</a:t>
            </a:r>
            <a:endParaRPr sz="1100" b="0" u="none" strike="noStrike">
              <a:latin typeface="+mj-lt"/>
              <a:ea typeface="Calibri"/>
              <a:cs typeface="Calibri"/>
              <a:sym typeface="Calibri"/>
            </a:endParaRPr>
          </a:p>
          <a:p>
            <a:pPr marL="0" lvl="0" indent="0" algn="l" rtl="0">
              <a:lnSpc>
                <a:spcPct val="120000"/>
              </a:lnSpc>
              <a:spcBef>
                <a:spcPts val="750"/>
              </a:spcBef>
              <a:spcAft>
                <a:spcPts val="0"/>
              </a:spcAft>
              <a:buNone/>
            </a:pPr>
            <a:r>
              <a:rPr lang="fr-FR" sz="1100" b="1">
                <a:solidFill>
                  <a:schemeClr val="dk1"/>
                </a:solidFill>
                <a:latin typeface="+mj-lt"/>
                <a:ea typeface="Calibri"/>
                <a:cs typeface="Calibri"/>
                <a:sym typeface="Calibri"/>
              </a:rPr>
              <a:t>❖</a:t>
            </a:r>
            <a:r>
              <a:rPr lang="fr-FR" sz="1100">
                <a:solidFill>
                  <a:schemeClr val="dk1"/>
                </a:solidFill>
                <a:latin typeface="+mj-lt"/>
                <a:ea typeface="Calibri"/>
                <a:cs typeface="Calibri"/>
                <a:sym typeface="Calibri"/>
              </a:rPr>
              <a:t> L’Esat de Domfront</a:t>
            </a:r>
            <a:endParaRPr sz="1100">
              <a:solidFill>
                <a:schemeClr val="dk1"/>
              </a:solidFill>
              <a:latin typeface="+mj-lt"/>
              <a:ea typeface="Calibri"/>
              <a:cs typeface="Calibri"/>
              <a:sym typeface="Calibri"/>
            </a:endParaRPr>
          </a:p>
          <a:p>
            <a:pPr marL="0" lvl="0" indent="0" algn="l" rtl="0">
              <a:lnSpc>
                <a:spcPct val="120000"/>
              </a:lnSpc>
              <a:spcBef>
                <a:spcPts val="750"/>
              </a:spcBef>
              <a:spcAft>
                <a:spcPts val="0"/>
              </a:spcAft>
              <a:buNone/>
            </a:pPr>
            <a:r>
              <a:rPr lang="fr-FR" sz="1100">
                <a:latin typeface="+mj-lt"/>
                <a:ea typeface="Calibri"/>
                <a:cs typeface="Calibri"/>
                <a:sym typeface="Calibri"/>
              </a:rPr>
              <a:t> </a:t>
            </a:r>
            <a:r>
              <a:rPr lang="fr-FR" sz="1100" b="0" u="none" strike="noStrike">
                <a:latin typeface="+mj-lt"/>
                <a:ea typeface="Calibri"/>
                <a:cs typeface="Calibri"/>
                <a:sym typeface="Calibri"/>
              </a:rPr>
              <a:t>15 professionnelles qui accueil 105 usagers en situation de handicape</a:t>
            </a:r>
            <a:r>
              <a:rPr lang="fr-FR" sz="1100">
                <a:latin typeface="+mj-lt"/>
                <a:ea typeface="Calibri"/>
                <a:cs typeface="Calibri"/>
                <a:sym typeface="Calibri"/>
              </a:rPr>
              <a:t> </a:t>
            </a:r>
            <a:endParaRPr>
              <a:latin typeface="+mj-lt"/>
            </a:endParaRPr>
          </a:p>
          <a:p>
            <a:pPr marL="557212" lvl="0" indent="0" algn="l" rtl="0">
              <a:lnSpc>
                <a:spcPct val="120000"/>
              </a:lnSpc>
              <a:spcBef>
                <a:spcPts val="750"/>
              </a:spcBef>
              <a:spcAft>
                <a:spcPts val="0"/>
              </a:spcAft>
              <a:buNone/>
            </a:pPr>
            <a:r>
              <a:rPr lang="fr-FR" sz="950">
                <a:latin typeface="+mj-lt"/>
                <a:ea typeface="Calibri"/>
                <a:cs typeface="Calibri"/>
                <a:sym typeface="Calibri"/>
              </a:rPr>
              <a:t>-Pas de service informatique sur place</a:t>
            </a:r>
            <a:endParaRPr sz="950">
              <a:latin typeface="+mj-lt"/>
              <a:ea typeface="Calibri"/>
              <a:cs typeface="Calibri"/>
              <a:sym typeface="Calibri"/>
            </a:endParaRPr>
          </a:p>
          <a:p>
            <a:pPr marL="557212" lvl="0" indent="0" algn="l" rtl="0">
              <a:lnSpc>
                <a:spcPct val="120000"/>
              </a:lnSpc>
              <a:spcBef>
                <a:spcPts val="750"/>
              </a:spcBef>
              <a:spcAft>
                <a:spcPts val="0"/>
              </a:spcAft>
              <a:buNone/>
            </a:pPr>
            <a:r>
              <a:rPr lang="fr-FR" sz="950">
                <a:latin typeface="+mj-lt"/>
                <a:ea typeface="Calibri"/>
                <a:cs typeface="Calibri"/>
                <a:sym typeface="Calibri"/>
              </a:rPr>
              <a:t>-Établissement Novateur et militant </a:t>
            </a:r>
            <a:endParaRPr sz="950">
              <a:latin typeface="+mj-lt"/>
              <a:ea typeface="Calibri"/>
              <a:cs typeface="Calibri"/>
              <a:sym typeface="Calibri"/>
            </a:endParaRPr>
          </a:p>
          <a:p>
            <a:pPr marL="557212" lvl="0" indent="0" algn="l" rtl="0">
              <a:lnSpc>
                <a:spcPct val="120000"/>
              </a:lnSpc>
              <a:spcBef>
                <a:spcPts val="750"/>
              </a:spcBef>
              <a:spcAft>
                <a:spcPts val="0"/>
              </a:spcAft>
              <a:buNone/>
            </a:pPr>
            <a:r>
              <a:rPr lang="fr-FR" sz="950">
                <a:latin typeface="+mj-lt"/>
                <a:ea typeface="Calibri"/>
                <a:cs typeface="Calibri"/>
                <a:sym typeface="Calibri"/>
              </a:rPr>
              <a:t>-9 Usagers en 3 ans ont obtenue un CAP </a:t>
            </a:r>
            <a:endParaRPr>
              <a:latin typeface="+mj-lt"/>
            </a:endParaRPr>
          </a:p>
          <a:p>
            <a:pPr marL="343080" lvl="0" indent="-295200" algn="l" rtl="0">
              <a:lnSpc>
                <a:spcPct val="120000"/>
              </a:lnSpc>
              <a:spcBef>
                <a:spcPts val="750"/>
              </a:spcBef>
              <a:spcAft>
                <a:spcPts val="0"/>
              </a:spcAft>
              <a:buSzPts val="880"/>
              <a:buNone/>
            </a:pPr>
            <a:endParaRPr sz="1100" b="1" u="none" strike="noStrike">
              <a:latin typeface="+mj-lt"/>
              <a:ea typeface="Arial Rounded"/>
              <a:cs typeface="Arial Rounded"/>
              <a:sym typeface="Arial Rounded"/>
            </a:endParaRPr>
          </a:p>
        </p:txBody>
      </p:sp>
      <p:sp>
        <p:nvSpPr>
          <p:cNvPr id="175" name="Google Shape;175;p3"/>
          <p:cNvSpPr txBox="1"/>
          <p:nvPr/>
        </p:nvSpPr>
        <p:spPr>
          <a:xfrm>
            <a:off x="333360" y="960922"/>
            <a:ext cx="4790514" cy="424691"/>
          </a:xfrm>
          <a:prstGeom prst="rect">
            <a:avLst/>
          </a:prstGeom>
          <a:noFill/>
          <a:ln>
            <a:noFill/>
          </a:ln>
        </p:spPr>
        <p:txBody>
          <a:bodyPr spcFirstLastPara="1" wrap="square" lIns="91425" tIns="45700" rIns="91425" bIns="45700" anchor="t" anchorCtr="0">
            <a:spAutoFit/>
          </a:bodyPr>
          <a:lstStyle/>
          <a:p>
            <a:pPr marL="47880" marR="0" lvl="0" indent="0" algn="l" rtl="0">
              <a:lnSpc>
                <a:spcPct val="120000"/>
              </a:lnSpc>
              <a:spcBef>
                <a:spcPts val="0"/>
              </a:spcBef>
              <a:spcAft>
                <a:spcPts val="0"/>
              </a:spcAft>
              <a:buNone/>
            </a:pPr>
            <a:r>
              <a:rPr lang="fr-FR" sz="1800" b="0" i="0" u="none" strike="noStrike" cap="none">
                <a:solidFill>
                  <a:schemeClr val="dk1"/>
                </a:solidFill>
                <a:latin typeface="+mj-lt"/>
                <a:ea typeface="Arial"/>
                <a:cs typeface="Arial"/>
                <a:sym typeface="Arial"/>
              </a:rPr>
              <a:t>L’ESAT de Domfront en POIRAIE</a:t>
            </a:r>
            <a:endParaRPr sz="1800" b="0" i="0" u="none" strike="noStrike" cap="none">
              <a:solidFill>
                <a:schemeClr val="dk1"/>
              </a:solidFill>
              <a:latin typeface="+mj-lt"/>
              <a:ea typeface="Arial"/>
              <a:cs typeface="Arial"/>
              <a:sym typeface="Arial"/>
            </a:endParaRPr>
          </a:p>
        </p:txBody>
      </p:sp>
      <p:pic>
        <p:nvPicPr>
          <p:cNvPr id="176" name="Google Shape;176;p3"/>
          <p:cNvPicPr preferRelativeResize="0"/>
          <p:nvPr/>
        </p:nvPicPr>
        <p:blipFill rotWithShape="1">
          <a:blip r:embed="rId3">
            <a:alphaModFix/>
          </a:blip>
          <a:srcRect/>
          <a:stretch/>
        </p:blipFill>
        <p:spPr>
          <a:xfrm>
            <a:off x="3320400" y="3508436"/>
            <a:ext cx="4511489" cy="1414643"/>
          </a:xfrm>
          <a:prstGeom prst="rect">
            <a:avLst/>
          </a:prstGeom>
          <a:noFill/>
          <a:ln>
            <a:noFill/>
          </a:ln>
        </p:spPr>
      </p:pic>
      <p:pic>
        <p:nvPicPr>
          <p:cNvPr id="177" name="Google Shape;177;p3"/>
          <p:cNvPicPr preferRelativeResize="0"/>
          <p:nvPr/>
        </p:nvPicPr>
        <p:blipFill rotWithShape="1">
          <a:blip r:embed="rId4">
            <a:alphaModFix/>
          </a:blip>
          <a:srcRect/>
          <a:stretch/>
        </p:blipFill>
        <p:spPr>
          <a:xfrm>
            <a:off x="7612920" y="314280"/>
            <a:ext cx="1016459" cy="954588"/>
          </a:xfrm>
          <a:prstGeom prst="rect">
            <a:avLst/>
          </a:prstGeom>
          <a:noFill/>
          <a:ln>
            <a:noFill/>
          </a:ln>
        </p:spPr>
      </p:pic>
      <p:sp>
        <p:nvSpPr>
          <p:cNvPr id="178" name="Google Shape;178;p3"/>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714375" marR="0" lvl="0" indent="-457200" algn="l" rtl="0">
              <a:lnSpc>
                <a:spcPct val="90000"/>
              </a:lnSpc>
              <a:spcBef>
                <a:spcPts val="0"/>
              </a:spcBef>
              <a:spcAft>
                <a:spcPts val="0"/>
              </a:spcAft>
              <a:buClr>
                <a:schemeClr val="accent1"/>
              </a:buClr>
              <a:buSzPts val="1920"/>
              <a:buFont typeface="Noto Sans Symbols"/>
              <a:buChar char="►"/>
            </a:pPr>
            <a:r>
              <a:rPr lang="fr-FR" sz="2400" b="1" i="0" u="none" strike="noStrike" cap="none" dirty="0">
                <a:solidFill>
                  <a:schemeClr val="dk1"/>
                </a:solidFill>
                <a:latin typeface="+mj-lt"/>
                <a:ea typeface="Arial Rounded"/>
                <a:cs typeface="Arial Rounded"/>
                <a:sym typeface="Arial Rounded"/>
              </a:rPr>
              <a:t>Introduction</a:t>
            </a:r>
            <a:endParaRPr sz="2400" b="1" i="0" u="none" strike="noStrike" cap="none" dirty="0">
              <a:solidFill>
                <a:schemeClr val="dk1"/>
              </a:solidFill>
              <a:latin typeface="+mj-lt"/>
              <a:ea typeface="Arial Rounded"/>
              <a:cs typeface="Arial Rounded"/>
              <a:sym typeface="Arial Round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4"/>
          <p:cNvSpPr txBox="1"/>
          <p:nvPr/>
        </p:nvSpPr>
        <p:spPr>
          <a:xfrm>
            <a:off x="333360" y="1509460"/>
            <a:ext cx="6780134" cy="3432333"/>
          </a:xfrm>
          <a:prstGeom prst="rect">
            <a:avLst/>
          </a:prstGeom>
          <a:noFill/>
          <a:ln>
            <a:noFill/>
          </a:ln>
        </p:spPr>
        <p:txBody>
          <a:bodyPr spcFirstLastPara="1" wrap="square" lIns="91425" tIns="45700" rIns="91425" bIns="45700" anchor="t" anchorCtr="0">
            <a:noAutofit/>
          </a:bodyPr>
          <a:lstStyle/>
          <a:p>
            <a:pPr marL="219330" marR="0" lvl="0" indent="-171450" algn="l" rtl="0">
              <a:lnSpc>
                <a:spcPct val="120000"/>
              </a:lnSpc>
              <a:spcBef>
                <a:spcPts val="0"/>
              </a:spcBef>
              <a:spcAft>
                <a:spcPts val="0"/>
              </a:spcAft>
              <a:buClr>
                <a:schemeClr val="dk1"/>
              </a:buClr>
              <a:buSzPts val="1100"/>
              <a:buFont typeface="Noto Sans Symbols"/>
              <a:buChar char="❖"/>
            </a:pPr>
            <a:r>
              <a:rPr lang="fr-FR" sz="1100" b="0" i="0" u="none" strike="noStrike" cap="none">
                <a:solidFill>
                  <a:schemeClr val="dk1"/>
                </a:solidFill>
                <a:latin typeface="+mj-lt"/>
                <a:ea typeface="Calibri"/>
                <a:cs typeface="Calibri"/>
                <a:sym typeface="Calibri"/>
              </a:rPr>
              <a:t>Difficulté de trouver de nouveau client industrielle</a:t>
            </a:r>
            <a:endParaRPr>
              <a:latin typeface="+mj-lt"/>
            </a:endParaRPr>
          </a:p>
          <a:p>
            <a:pPr marL="47880" marR="0" lvl="0" indent="0" algn="l" rtl="0">
              <a:lnSpc>
                <a:spcPct val="120000"/>
              </a:lnSpc>
              <a:spcBef>
                <a:spcPts val="0"/>
              </a:spcBef>
              <a:spcAft>
                <a:spcPts val="0"/>
              </a:spcAft>
              <a:buNone/>
            </a:pPr>
            <a:endParaRPr sz="1100" b="0" i="0" u="none" strike="noStrike" cap="none">
              <a:solidFill>
                <a:schemeClr val="dk1"/>
              </a:solidFill>
              <a:latin typeface="+mj-lt"/>
              <a:ea typeface="Calibri"/>
              <a:cs typeface="Calibri"/>
              <a:sym typeface="Calibri"/>
            </a:endParaRPr>
          </a:p>
          <a:p>
            <a:pPr marL="219330" marR="0" lvl="0" indent="-101600" algn="l" rtl="0">
              <a:lnSpc>
                <a:spcPct val="120000"/>
              </a:lnSpc>
              <a:spcBef>
                <a:spcPts val="0"/>
              </a:spcBef>
              <a:spcAft>
                <a:spcPts val="0"/>
              </a:spcAft>
              <a:buClr>
                <a:schemeClr val="dk1"/>
              </a:buClr>
              <a:buSzPts val="1100"/>
              <a:buFont typeface="Noto Sans Symbols"/>
              <a:buNone/>
            </a:pPr>
            <a:endParaRPr sz="1100" b="0" i="0" u="none" strike="noStrike" cap="none">
              <a:solidFill>
                <a:schemeClr val="dk1"/>
              </a:solidFill>
              <a:latin typeface="+mj-lt"/>
              <a:ea typeface="Calibri"/>
              <a:cs typeface="Calibri"/>
              <a:sym typeface="Calibri"/>
            </a:endParaRPr>
          </a:p>
          <a:p>
            <a:pPr marL="219330" marR="0" lvl="0" indent="-171450" algn="l" rtl="0">
              <a:lnSpc>
                <a:spcPct val="120000"/>
              </a:lnSpc>
              <a:spcBef>
                <a:spcPts val="0"/>
              </a:spcBef>
              <a:spcAft>
                <a:spcPts val="0"/>
              </a:spcAft>
              <a:buClr>
                <a:schemeClr val="dk1"/>
              </a:buClr>
              <a:buSzPts val="1100"/>
              <a:buFont typeface="Noto Sans Symbols"/>
              <a:buChar char="❖"/>
            </a:pPr>
            <a:r>
              <a:rPr lang="fr-FR" sz="1100" b="0" i="0" u="none" strike="noStrike" cap="none">
                <a:solidFill>
                  <a:schemeClr val="dk1"/>
                </a:solidFill>
                <a:latin typeface="+mj-lt"/>
                <a:ea typeface="Calibri"/>
                <a:cs typeface="Calibri"/>
                <a:sym typeface="Calibri"/>
              </a:rPr>
              <a:t>Etude d</a:t>
            </a:r>
            <a:r>
              <a:rPr lang="fr-FR" sz="1100">
                <a:solidFill>
                  <a:schemeClr val="dk1"/>
                </a:solidFill>
                <a:latin typeface="+mj-lt"/>
                <a:ea typeface="Calibri"/>
                <a:cs typeface="Calibri"/>
                <a:sym typeface="Calibri"/>
              </a:rPr>
              <a:t>u</a:t>
            </a:r>
            <a:r>
              <a:rPr lang="fr-FR" sz="1100" b="0" i="0" u="none" strike="noStrike" cap="none">
                <a:solidFill>
                  <a:schemeClr val="dk1"/>
                </a:solidFill>
                <a:latin typeface="+mj-lt"/>
                <a:ea typeface="Calibri"/>
                <a:cs typeface="Calibri"/>
                <a:sym typeface="Calibri"/>
              </a:rPr>
              <a:t> </a:t>
            </a:r>
            <a:r>
              <a:rPr lang="fr-FR" sz="1100">
                <a:solidFill>
                  <a:schemeClr val="dk1"/>
                </a:solidFill>
                <a:latin typeface="+mj-lt"/>
                <a:ea typeface="Calibri"/>
                <a:cs typeface="Calibri"/>
                <a:sym typeface="Calibri"/>
              </a:rPr>
              <a:t>macro et micro environnement de l’ESAT</a:t>
            </a:r>
            <a:endParaRPr>
              <a:latin typeface="+mj-lt"/>
            </a:endParaRPr>
          </a:p>
          <a:p>
            <a:pPr marL="0" marR="0" lvl="0" indent="457200" algn="l" rtl="0">
              <a:lnSpc>
                <a:spcPct val="120000"/>
              </a:lnSpc>
              <a:spcBef>
                <a:spcPts val="0"/>
              </a:spcBef>
              <a:spcAft>
                <a:spcPts val="0"/>
              </a:spcAft>
              <a:buClr>
                <a:schemeClr val="dk1"/>
              </a:buClr>
              <a:buSzPts val="1100"/>
              <a:buFont typeface="Calibri"/>
              <a:buNone/>
            </a:pPr>
            <a:r>
              <a:rPr lang="fr-FR" sz="1100" b="0" i="0" u="none" strike="noStrike" cap="none">
                <a:solidFill>
                  <a:schemeClr val="dk1"/>
                </a:solidFill>
                <a:latin typeface="+mj-lt"/>
                <a:ea typeface="Calibri"/>
                <a:cs typeface="Calibri"/>
                <a:sym typeface="Calibri"/>
              </a:rPr>
              <a:t>- </a:t>
            </a:r>
            <a:r>
              <a:rPr lang="fr-FR" sz="1050">
                <a:solidFill>
                  <a:schemeClr val="dk1"/>
                </a:solidFill>
                <a:latin typeface="+mj-lt"/>
                <a:ea typeface="Calibri"/>
                <a:cs typeface="Calibri"/>
                <a:sym typeface="Calibri"/>
              </a:rPr>
              <a:t>Faire monter en compétence numérique de nos Usager  </a:t>
            </a:r>
            <a:endParaRPr sz="1050">
              <a:solidFill>
                <a:schemeClr val="dk1"/>
              </a:solidFill>
              <a:latin typeface="+mj-lt"/>
              <a:ea typeface="Calibri"/>
              <a:cs typeface="Calibri"/>
              <a:sym typeface="Calibri"/>
            </a:endParaRPr>
          </a:p>
          <a:p>
            <a:pPr marL="0" marR="0" lvl="0" indent="457200" algn="l" rtl="0">
              <a:lnSpc>
                <a:spcPct val="120000"/>
              </a:lnSpc>
              <a:spcBef>
                <a:spcPts val="0"/>
              </a:spcBef>
              <a:spcAft>
                <a:spcPts val="0"/>
              </a:spcAft>
              <a:buClr>
                <a:schemeClr val="dk1"/>
              </a:buClr>
              <a:buSzPts val="1100"/>
              <a:buFont typeface="Calibri"/>
              <a:buNone/>
            </a:pPr>
            <a:r>
              <a:rPr lang="fr-FR" sz="1050">
                <a:solidFill>
                  <a:schemeClr val="dk1"/>
                </a:solidFill>
                <a:latin typeface="+mj-lt"/>
                <a:ea typeface="Calibri"/>
                <a:cs typeface="Calibri"/>
                <a:sym typeface="Calibri"/>
              </a:rPr>
              <a:t>- Entrer des données à bas coût</a:t>
            </a:r>
            <a:endParaRPr sz="1050">
              <a:solidFill>
                <a:schemeClr val="dk1"/>
              </a:solidFill>
              <a:latin typeface="+mj-lt"/>
              <a:ea typeface="Calibri"/>
              <a:cs typeface="Calibri"/>
              <a:sym typeface="Calibri"/>
            </a:endParaRPr>
          </a:p>
          <a:p>
            <a:pPr marL="0" marR="0" lvl="0" indent="457200" algn="l" rtl="0">
              <a:lnSpc>
                <a:spcPct val="120000"/>
              </a:lnSpc>
              <a:spcBef>
                <a:spcPts val="0"/>
              </a:spcBef>
              <a:spcAft>
                <a:spcPts val="0"/>
              </a:spcAft>
              <a:buClr>
                <a:schemeClr val="dk1"/>
              </a:buClr>
              <a:buSzPts val="1100"/>
              <a:buFont typeface="Calibri"/>
              <a:buNone/>
            </a:pPr>
            <a:r>
              <a:rPr lang="fr-FR" sz="1050">
                <a:solidFill>
                  <a:schemeClr val="dk1"/>
                </a:solidFill>
                <a:latin typeface="+mj-lt"/>
                <a:ea typeface="Calibri"/>
                <a:cs typeface="Calibri"/>
                <a:sym typeface="Calibri"/>
              </a:rPr>
              <a:t>- Attaquer de nouveau marchés</a:t>
            </a:r>
            <a:endParaRPr sz="1050">
              <a:solidFill>
                <a:schemeClr val="dk1"/>
              </a:solidFill>
              <a:latin typeface="+mj-lt"/>
              <a:ea typeface="Calibri"/>
              <a:cs typeface="Calibri"/>
              <a:sym typeface="Calibri"/>
            </a:endParaRPr>
          </a:p>
          <a:p>
            <a:pPr marL="343080" marR="0" lvl="0" indent="-295200" algn="l" rtl="0">
              <a:lnSpc>
                <a:spcPct val="120000"/>
              </a:lnSpc>
              <a:spcBef>
                <a:spcPts val="0"/>
              </a:spcBef>
              <a:spcAft>
                <a:spcPts val="0"/>
              </a:spcAft>
              <a:buClr>
                <a:schemeClr val="dk1"/>
              </a:buClr>
              <a:buSzPts val="1050"/>
              <a:buFont typeface="Calibri"/>
              <a:buNone/>
            </a:pPr>
            <a:r>
              <a:rPr lang="fr-FR" sz="1050" b="0" i="0" u="none" strike="noStrike" cap="none">
                <a:solidFill>
                  <a:schemeClr val="dk1"/>
                </a:solidFill>
                <a:latin typeface="+mj-lt"/>
                <a:ea typeface="Calibri"/>
                <a:cs typeface="Calibri"/>
                <a:sym typeface="Calibri"/>
              </a:rPr>
              <a:t>		</a:t>
            </a:r>
            <a:endParaRPr>
              <a:latin typeface="+mj-lt"/>
            </a:endParaRPr>
          </a:p>
          <a:p>
            <a:pPr marL="343080" marR="0" lvl="0" indent="-295200" algn="l" rtl="0">
              <a:lnSpc>
                <a:spcPct val="120000"/>
              </a:lnSpc>
              <a:spcBef>
                <a:spcPts val="0"/>
              </a:spcBef>
              <a:spcAft>
                <a:spcPts val="0"/>
              </a:spcAft>
              <a:buClr>
                <a:schemeClr val="dk1"/>
              </a:buClr>
              <a:buSzPts val="1050"/>
              <a:buFont typeface="Trebuchet MS"/>
              <a:buNone/>
            </a:pPr>
            <a:endParaRPr sz="1050" b="0" i="0" u="none" strike="noStrike" cap="none">
              <a:solidFill>
                <a:schemeClr val="dk1"/>
              </a:solidFill>
              <a:latin typeface="+mj-lt"/>
              <a:ea typeface="Calibri"/>
              <a:cs typeface="Calibri"/>
              <a:sym typeface="Calibri"/>
            </a:endParaRPr>
          </a:p>
          <a:p>
            <a:pPr marL="343080" marR="0" lvl="0" indent="-295200" algn="l" rtl="0">
              <a:lnSpc>
                <a:spcPct val="120000"/>
              </a:lnSpc>
              <a:spcBef>
                <a:spcPts val="0"/>
              </a:spcBef>
              <a:spcAft>
                <a:spcPts val="0"/>
              </a:spcAft>
              <a:buClr>
                <a:schemeClr val="dk1"/>
              </a:buClr>
              <a:buSzPts val="1050"/>
              <a:buFont typeface="Noto Sans Symbols"/>
              <a:buChar char="❖"/>
            </a:pPr>
            <a:r>
              <a:rPr lang="fr-FR" sz="1050" b="0" i="0" u="none" strike="noStrike" cap="none">
                <a:solidFill>
                  <a:schemeClr val="dk1"/>
                </a:solidFill>
                <a:latin typeface="+mj-lt"/>
                <a:ea typeface="Calibri"/>
                <a:cs typeface="Calibri"/>
                <a:sym typeface="Calibri"/>
              </a:rPr>
              <a:t>Besoin d’un développeur d’application métier adapté aux spécificités du publique</a:t>
            </a:r>
            <a:endParaRPr>
              <a:latin typeface="+mj-lt"/>
            </a:endParaRPr>
          </a:p>
          <a:p>
            <a:pPr marL="962280" marR="0" lvl="2" indent="0" algn="l" rtl="0">
              <a:lnSpc>
                <a:spcPct val="120000"/>
              </a:lnSpc>
              <a:spcBef>
                <a:spcPts val="0"/>
              </a:spcBef>
              <a:spcAft>
                <a:spcPts val="0"/>
              </a:spcAft>
              <a:buNone/>
            </a:pPr>
            <a:endParaRPr>
              <a:latin typeface="+mj-lt"/>
            </a:endParaRPr>
          </a:p>
        </p:txBody>
      </p:sp>
      <p:sp>
        <p:nvSpPr>
          <p:cNvPr id="185" name="Google Shape;185;p4"/>
          <p:cNvSpPr txBox="1"/>
          <p:nvPr/>
        </p:nvSpPr>
        <p:spPr>
          <a:xfrm>
            <a:off x="333360" y="960922"/>
            <a:ext cx="4790514" cy="424691"/>
          </a:xfrm>
          <a:prstGeom prst="rect">
            <a:avLst/>
          </a:prstGeom>
          <a:noFill/>
          <a:ln>
            <a:noFill/>
          </a:ln>
        </p:spPr>
        <p:txBody>
          <a:bodyPr spcFirstLastPara="1" wrap="square" lIns="91425" tIns="45700" rIns="91425" bIns="45700" anchor="t" anchorCtr="0">
            <a:spAutoFit/>
          </a:bodyPr>
          <a:lstStyle/>
          <a:p>
            <a:pPr marL="47880" marR="0" lvl="0" indent="0" algn="l" rtl="0">
              <a:lnSpc>
                <a:spcPct val="120000"/>
              </a:lnSpc>
              <a:spcBef>
                <a:spcPts val="0"/>
              </a:spcBef>
              <a:spcAft>
                <a:spcPts val="0"/>
              </a:spcAft>
              <a:buNone/>
            </a:pPr>
            <a:r>
              <a:rPr lang="fr-FR" sz="1800" b="0" i="0" u="none" strike="noStrike" cap="none">
                <a:solidFill>
                  <a:schemeClr val="dk1"/>
                </a:solidFill>
                <a:latin typeface="+mj-lt"/>
                <a:ea typeface="Arial"/>
                <a:cs typeface="Arial"/>
                <a:sym typeface="Arial"/>
              </a:rPr>
              <a:t>Pourquoi la formation informatique ?</a:t>
            </a:r>
            <a:endParaRPr sz="1800" b="0" i="0" u="none" strike="noStrike" cap="none">
              <a:solidFill>
                <a:schemeClr val="dk1"/>
              </a:solidFill>
              <a:latin typeface="+mj-lt"/>
              <a:ea typeface="Arial"/>
              <a:cs typeface="Arial"/>
              <a:sym typeface="Arial"/>
            </a:endParaRPr>
          </a:p>
        </p:txBody>
      </p:sp>
      <p:pic>
        <p:nvPicPr>
          <p:cNvPr id="186" name="Google Shape;186;p4"/>
          <p:cNvPicPr preferRelativeResize="0"/>
          <p:nvPr/>
        </p:nvPicPr>
        <p:blipFill rotWithShape="1">
          <a:blip r:embed="rId3">
            <a:alphaModFix/>
          </a:blip>
          <a:srcRect/>
          <a:stretch/>
        </p:blipFill>
        <p:spPr>
          <a:xfrm>
            <a:off x="4953508" y="551329"/>
            <a:ext cx="1422730" cy="1475916"/>
          </a:xfrm>
          <a:prstGeom prst="rect">
            <a:avLst/>
          </a:prstGeom>
          <a:noFill/>
          <a:ln>
            <a:noFill/>
          </a:ln>
        </p:spPr>
      </p:pic>
      <p:sp>
        <p:nvSpPr>
          <p:cNvPr id="187" name="Google Shape;187;p4"/>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714375" marR="0" lvl="0" indent="-457200" algn="l" rtl="0">
              <a:lnSpc>
                <a:spcPct val="90000"/>
              </a:lnSpc>
              <a:spcBef>
                <a:spcPts val="0"/>
              </a:spcBef>
              <a:spcAft>
                <a:spcPts val="0"/>
              </a:spcAft>
              <a:buClr>
                <a:schemeClr val="accent1"/>
              </a:buClr>
              <a:buSzPts val="1920"/>
              <a:buFont typeface="Noto Sans Symbols"/>
              <a:buChar char="►"/>
            </a:pPr>
            <a:r>
              <a:rPr lang="fr-FR" sz="2400" b="1" i="0" u="none" strike="noStrike" cap="none" dirty="0">
                <a:solidFill>
                  <a:schemeClr val="dk1"/>
                </a:solidFill>
                <a:latin typeface="+mj-lt"/>
                <a:ea typeface="Arial Rounded"/>
                <a:cs typeface="Arial Rounded"/>
                <a:sym typeface="Arial Rounded"/>
              </a:rPr>
              <a:t>Introduction</a:t>
            </a:r>
            <a:endParaRPr sz="2400" b="1" i="0" u="none" strike="noStrike" cap="none" dirty="0">
              <a:solidFill>
                <a:schemeClr val="dk1"/>
              </a:solidFill>
              <a:latin typeface="+mj-lt"/>
              <a:ea typeface="Arial Rounded"/>
              <a:cs typeface="Arial Rounded"/>
              <a:sym typeface="Arial Rounde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5"/>
          <p:cNvSpPr/>
          <p:nvPr/>
        </p:nvSpPr>
        <p:spPr>
          <a:xfrm>
            <a:off x="126151" y="1023000"/>
            <a:ext cx="1550100" cy="1159800"/>
          </a:xfrm>
          <a:prstGeom prst="homePlate">
            <a:avLst>
              <a:gd name="adj" fmla="val 50000"/>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200" b="0" i="0" u="none" strike="noStrike" cap="none" dirty="0">
                <a:solidFill>
                  <a:schemeClr val="lt1"/>
                </a:solidFill>
                <a:latin typeface="+mj-lt"/>
                <a:ea typeface="Trebuchet MS"/>
                <a:cs typeface="Trebuchet MS"/>
                <a:sym typeface="Trebuchet MS"/>
              </a:rPr>
              <a:t>Analyse d’un SI</a:t>
            </a:r>
            <a:endParaRPr dirty="0">
              <a:latin typeface="+mj-lt"/>
            </a:endParaRPr>
          </a:p>
          <a:p>
            <a:pPr marL="0" marR="0" lvl="0" indent="0" algn="ctr" rtl="0">
              <a:spcBef>
                <a:spcPts val="0"/>
              </a:spcBef>
              <a:spcAft>
                <a:spcPts val="0"/>
              </a:spcAft>
              <a:buNone/>
            </a:pPr>
            <a:endParaRPr sz="1200" b="0" i="0" u="none" strike="noStrike" cap="none" dirty="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200" b="0" i="0" u="none" strike="noStrike" cap="none" dirty="0">
                <a:solidFill>
                  <a:schemeClr val="lt1"/>
                </a:solidFill>
                <a:latin typeface="+mj-lt"/>
                <a:ea typeface="Trebuchet MS"/>
                <a:cs typeface="Trebuchet MS"/>
                <a:sym typeface="Trebuchet MS"/>
              </a:rPr>
              <a:t>Modélisation</a:t>
            </a:r>
            <a:endParaRPr dirty="0">
              <a:latin typeface="+mj-lt"/>
            </a:endParaRPr>
          </a:p>
        </p:txBody>
      </p:sp>
      <p:sp>
        <p:nvSpPr>
          <p:cNvPr id="194" name="Google Shape;194;p5"/>
          <p:cNvSpPr/>
          <p:nvPr/>
        </p:nvSpPr>
        <p:spPr>
          <a:xfrm>
            <a:off x="1179939" y="1023000"/>
            <a:ext cx="2319600" cy="1159800"/>
          </a:xfrm>
          <a:prstGeom prst="chevron">
            <a:avLst>
              <a:gd name="adj" fmla="val 50000"/>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200" b="0" i="0" u="none" strike="noStrike" cap="none" dirty="0">
                <a:solidFill>
                  <a:schemeClr val="lt1"/>
                </a:solidFill>
                <a:latin typeface="+mj-lt"/>
                <a:ea typeface="Trebuchet MS"/>
                <a:cs typeface="Trebuchet MS"/>
                <a:sym typeface="Trebuchet MS"/>
              </a:rPr>
              <a:t>Organisation du projet</a:t>
            </a:r>
            <a:endParaRPr dirty="0">
              <a:latin typeface="+mj-lt"/>
            </a:endParaRPr>
          </a:p>
        </p:txBody>
      </p:sp>
      <p:sp>
        <p:nvSpPr>
          <p:cNvPr id="195" name="Google Shape;195;p5"/>
          <p:cNvSpPr/>
          <p:nvPr/>
        </p:nvSpPr>
        <p:spPr>
          <a:xfrm>
            <a:off x="2988296" y="1023000"/>
            <a:ext cx="2423400" cy="1159800"/>
          </a:xfrm>
          <a:prstGeom prst="chevron">
            <a:avLst>
              <a:gd name="adj" fmla="val 50000"/>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200" b="0" i="0" u="none" strike="noStrike" cap="none">
                <a:solidFill>
                  <a:schemeClr val="lt1"/>
                </a:solidFill>
                <a:latin typeface="+mj-lt"/>
                <a:ea typeface="Trebuchet MS"/>
                <a:cs typeface="Trebuchet MS"/>
                <a:sym typeface="Trebuchet MS"/>
              </a:rPr>
              <a:t>Développement</a:t>
            </a:r>
            <a:endParaRPr>
              <a:latin typeface="+mj-lt"/>
            </a:endParaRPr>
          </a:p>
          <a:p>
            <a:pPr marL="0" marR="0" lvl="0" indent="0" algn="ctr" rtl="0">
              <a:spcBef>
                <a:spcPts val="0"/>
              </a:spcBef>
              <a:spcAft>
                <a:spcPts val="0"/>
              </a:spcAft>
              <a:buNone/>
            </a:pPr>
            <a:r>
              <a:rPr lang="fr-FR" sz="1200" b="0" i="0" u="none" strike="noStrike" cap="none">
                <a:solidFill>
                  <a:schemeClr val="lt1"/>
                </a:solidFill>
                <a:latin typeface="+mj-lt"/>
                <a:ea typeface="Trebuchet MS"/>
                <a:cs typeface="Trebuchet MS"/>
                <a:sym typeface="Trebuchet MS"/>
              </a:rPr>
              <a:t>Logiciel</a:t>
            </a:r>
            <a:endParaRPr>
              <a:latin typeface="+mj-lt"/>
            </a:endParaRPr>
          </a:p>
        </p:txBody>
      </p:sp>
      <p:sp>
        <p:nvSpPr>
          <p:cNvPr id="196" name="Google Shape;196;p5"/>
          <p:cNvSpPr/>
          <p:nvPr/>
        </p:nvSpPr>
        <p:spPr>
          <a:xfrm>
            <a:off x="4913741" y="1023000"/>
            <a:ext cx="2176500" cy="1159800"/>
          </a:xfrm>
          <a:prstGeom prst="chevron">
            <a:avLst>
              <a:gd name="adj" fmla="val 50000"/>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200" b="0" i="0" u="none" strike="noStrike" cap="none">
                <a:solidFill>
                  <a:schemeClr val="lt1"/>
                </a:solidFill>
                <a:latin typeface="+mj-lt"/>
                <a:ea typeface="Trebuchet MS"/>
                <a:cs typeface="Trebuchet MS"/>
                <a:sym typeface="Trebuchet MS"/>
              </a:rPr>
              <a:t>Test et gestion des versions</a:t>
            </a:r>
            <a:endParaRPr>
              <a:latin typeface="+mj-lt"/>
            </a:endParaRPr>
          </a:p>
        </p:txBody>
      </p:sp>
      <p:sp>
        <p:nvSpPr>
          <p:cNvPr id="197" name="Google Shape;197;p5"/>
          <p:cNvSpPr/>
          <p:nvPr/>
        </p:nvSpPr>
        <p:spPr>
          <a:xfrm>
            <a:off x="6612447" y="1023000"/>
            <a:ext cx="2535000" cy="1159800"/>
          </a:xfrm>
          <a:prstGeom prst="chevron">
            <a:avLst>
              <a:gd name="adj" fmla="val 50000"/>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200" b="0" i="0" u="none" strike="noStrike" cap="none">
                <a:solidFill>
                  <a:schemeClr val="lt1"/>
                </a:solidFill>
                <a:latin typeface="+mj-lt"/>
                <a:ea typeface="Trebuchet MS"/>
                <a:cs typeface="Trebuchet MS"/>
                <a:sym typeface="Trebuchet MS"/>
              </a:rPr>
              <a:t>Mise à Disposition des utilisateurs</a:t>
            </a:r>
            <a:endParaRPr>
              <a:latin typeface="+mj-lt"/>
            </a:endParaRPr>
          </a:p>
        </p:txBody>
      </p:sp>
      <p:sp>
        <p:nvSpPr>
          <p:cNvPr id="198" name="Google Shape;198;p5"/>
          <p:cNvSpPr txBox="1"/>
          <p:nvPr/>
        </p:nvSpPr>
        <p:spPr>
          <a:xfrm>
            <a:off x="405176" y="536526"/>
            <a:ext cx="10069500" cy="486600"/>
          </a:xfrm>
          <a:prstGeom prst="rect">
            <a:avLst/>
          </a:prstGeom>
          <a:noFill/>
          <a:ln>
            <a:noFill/>
          </a:ln>
        </p:spPr>
        <p:txBody>
          <a:bodyPr spcFirstLastPara="1" wrap="square" lIns="91425" tIns="91425" rIns="91425" bIns="91425" anchor="b" anchorCtr="0">
            <a:noAutofit/>
          </a:bodyPr>
          <a:lstStyle/>
          <a:p>
            <a:pPr marL="0" marR="0" lvl="0" indent="0" algn="l" rtl="0">
              <a:spcBef>
                <a:spcPts val="0"/>
              </a:spcBef>
              <a:spcAft>
                <a:spcPts val="0"/>
              </a:spcAft>
              <a:buNone/>
            </a:pPr>
            <a:r>
              <a:rPr lang="fr-FR" sz="2000" b="1" i="0" u="none" strike="noStrike" cap="none" dirty="0">
                <a:solidFill>
                  <a:schemeClr val="dk1"/>
                </a:solidFill>
                <a:latin typeface="+mj-lt"/>
                <a:ea typeface="Arial Rounded"/>
                <a:cs typeface="Arial Rounded"/>
                <a:sym typeface="Arial Rounded"/>
              </a:rPr>
              <a:t>Processus Principal : Production d’un service numérique</a:t>
            </a:r>
            <a:endParaRPr dirty="0">
              <a:latin typeface="+mj-lt"/>
            </a:endParaRPr>
          </a:p>
        </p:txBody>
      </p:sp>
      <p:sp>
        <p:nvSpPr>
          <p:cNvPr id="199" name="Google Shape;199;p5"/>
          <p:cNvSpPr/>
          <p:nvPr/>
        </p:nvSpPr>
        <p:spPr>
          <a:xfrm>
            <a:off x="1491810" y="3719777"/>
            <a:ext cx="2860200" cy="906600"/>
          </a:xfrm>
          <a:prstGeom prst="homePlate">
            <a:avLst>
              <a:gd name="adj" fmla="val 50000"/>
            </a:avLst>
          </a:prstGeom>
          <a:solidFill>
            <a:srgbClr val="F39BC7"/>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200" b="0" i="0" u="none" strike="noStrike" cap="none">
                <a:solidFill>
                  <a:schemeClr val="lt1"/>
                </a:solidFill>
                <a:latin typeface="+mj-lt"/>
                <a:ea typeface="Trebuchet MS"/>
                <a:cs typeface="Trebuchet MS"/>
                <a:sym typeface="Trebuchet MS"/>
              </a:rPr>
              <a:t>Communication </a:t>
            </a:r>
            <a:endParaRPr>
              <a:latin typeface="+mj-lt"/>
            </a:endParaRPr>
          </a:p>
        </p:txBody>
      </p:sp>
      <p:sp>
        <p:nvSpPr>
          <p:cNvPr id="200" name="Google Shape;200;p5"/>
          <p:cNvSpPr/>
          <p:nvPr/>
        </p:nvSpPr>
        <p:spPr>
          <a:xfrm>
            <a:off x="3951171" y="3719777"/>
            <a:ext cx="2698500" cy="906600"/>
          </a:xfrm>
          <a:prstGeom prst="chevron">
            <a:avLst>
              <a:gd name="adj" fmla="val 50000"/>
            </a:avLst>
          </a:prstGeom>
          <a:solidFill>
            <a:srgbClr val="F39BC7"/>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200" b="0" i="0" u="none" strike="noStrike" cap="none">
                <a:solidFill>
                  <a:schemeClr val="lt1"/>
                </a:solidFill>
                <a:latin typeface="+mj-lt"/>
                <a:ea typeface="Trebuchet MS"/>
                <a:cs typeface="Trebuchet MS"/>
                <a:sym typeface="Trebuchet MS"/>
              </a:rPr>
              <a:t>Developpement de compétence individuelle</a:t>
            </a:r>
            <a:endParaRPr>
              <a:latin typeface="+mj-lt"/>
            </a:endParaRPr>
          </a:p>
        </p:txBody>
      </p:sp>
      <p:sp>
        <p:nvSpPr>
          <p:cNvPr id="201" name="Google Shape;201;p5"/>
          <p:cNvSpPr txBox="1"/>
          <p:nvPr/>
        </p:nvSpPr>
        <p:spPr>
          <a:xfrm>
            <a:off x="2646679" y="2834580"/>
            <a:ext cx="10069500" cy="486600"/>
          </a:xfrm>
          <a:prstGeom prst="rect">
            <a:avLst/>
          </a:prstGeom>
          <a:noFill/>
          <a:ln>
            <a:noFill/>
          </a:ln>
        </p:spPr>
        <p:txBody>
          <a:bodyPr spcFirstLastPara="1" wrap="square" lIns="91425" tIns="91425" rIns="91425" bIns="91425" anchor="b" anchorCtr="0">
            <a:noAutofit/>
          </a:bodyPr>
          <a:lstStyle/>
          <a:p>
            <a:pPr marL="0" marR="0" lvl="0" indent="0" algn="l" rtl="0">
              <a:spcBef>
                <a:spcPts val="0"/>
              </a:spcBef>
              <a:spcAft>
                <a:spcPts val="0"/>
              </a:spcAft>
              <a:buNone/>
            </a:pPr>
            <a:r>
              <a:rPr lang="fr-FR" sz="2000" b="1" i="0" u="none" strike="noStrike" cap="none" dirty="0">
                <a:solidFill>
                  <a:schemeClr val="dk1"/>
                </a:solidFill>
                <a:latin typeface="+mj-lt"/>
                <a:ea typeface="Arial Rounded"/>
                <a:cs typeface="Arial Rounded"/>
                <a:sym typeface="Arial Rounded"/>
              </a:rPr>
              <a:t>Processus Support :</a:t>
            </a:r>
            <a:endParaRPr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6"/>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47880" marR="0" lvl="0" indent="-47880" algn="l" rtl="0">
              <a:lnSpc>
                <a:spcPct val="120000"/>
              </a:lnSpc>
              <a:spcBef>
                <a:spcPts val="0"/>
              </a:spcBef>
              <a:spcAft>
                <a:spcPts val="0"/>
              </a:spcAft>
              <a:buClr>
                <a:schemeClr val="accent1"/>
              </a:buClr>
              <a:buSzPts val="1920"/>
              <a:buFont typeface="Noto Sans Symbols"/>
              <a:buChar char="►"/>
            </a:pPr>
            <a:r>
              <a:rPr lang="fr-FR" sz="2400" b="1" i="0" u="none" strike="noStrike" cap="none" dirty="0">
                <a:solidFill>
                  <a:srgbClr val="3F3F3F"/>
                </a:solidFill>
                <a:latin typeface="+mj-lt"/>
                <a:ea typeface="Arial"/>
                <a:cs typeface="Arial"/>
                <a:sym typeface="Arial"/>
              </a:rPr>
              <a:t>Analyse du SI et redéfinition du projet</a:t>
            </a:r>
            <a:endParaRPr sz="2400" b="1" i="0" u="none" strike="noStrike" cap="none" dirty="0">
              <a:solidFill>
                <a:srgbClr val="3F3F3F"/>
              </a:solidFill>
              <a:latin typeface="+mj-lt"/>
              <a:ea typeface="Arial"/>
              <a:cs typeface="Arial"/>
              <a:sym typeface="Arial"/>
            </a:endParaRPr>
          </a:p>
        </p:txBody>
      </p:sp>
      <p:sp>
        <p:nvSpPr>
          <p:cNvPr id="208" name="Google Shape;208;p6"/>
          <p:cNvSpPr txBox="1"/>
          <p:nvPr/>
        </p:nvSpPr>
        <p:spPr>
          <a:xfrm>
            <a:off x="333360" y="1509460"/>
            <a:ext cx="6780134" cy="3432333"/>
          </a:xfrm>
          <a:prstGeom prst="rect">
            <a:avLst/>
          </a:prstGeom>
          <a:noFill/>
          <a:ln>
            <a:noFill/>
          </a:ln>
        </p:spPr>
        <p:txBody>
          <a:bodyPr spcFirstLastPara="1" wrap="square" lIns="91425" tIns="45700" rIns="91425" bIns="45700" anchor="t" anchorCtr="0">
            <a:noAutofit/>
          </a:bodyPr>
          <a:lstStyle/>
          <a:p>
            <a:pPr marL="219330" marR="0" lvl="0" indent="-104775" algn="l" rtl="0">
              <a:lnSpc>
                <a:spcPct val="120000"/>
              </a:lnSpc>
              <a:spcBef>
                <a:spcPts val="0"/>
              </a:spcBef>
              <a:spcAft>
                <a:spcPts val="0"/>
              </a:spcAft>
              <a:buClr>
                <a:schemeClr val="dk1"/>
              </a:buClr>
              <a:buSzPts val="1050"/>
              <a:buFont typeface="Noto Sans Symbols"/>
              <a:buNone/>
            </a:pPr>
            <a:endParaRPr sz="1050" b="0" i="0" u="none" strike="noStrike" cap="none">
              <a:solidFill>
                <a:schemeClr val="dk1"/>
              </a:solidFill>
              <a:latin typeface="+mj-lt"/>
              <a:ea typeface="Calibri"/>
              <a:cs typeface="Calibri"/>
              <a:sym typeface="Calibri"/>
            </a:endParaRPr>
          </a:p>
        </p:txBody>
      </p:sp>
      <p:sp>
        <p:nvSpPr>
          <p:cNvPr id="209" name="Google Shape;209;p6"/>
          <p:cNvSpPr txBox="1"/>
          <p:nvPr/>
        </p:nvSpPr>
        <p:spPr>
          <a:xfrm>
            <a:off x="333360" y="1238908"/>
            <a:ext cx="6780134" cy="343233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100" b="1" i="0" u="none" strike="noStrike" cap="none">
                <a:solidFill>
                  <a:schemeClr val="dk1"/>
                </a:solidFill>
                <a:latin typeface="+mj-lt"/>
                <a:ea typeface="Calibri"/>
                <a:cs typeface="Calibri"/>
                <a:sym typeface="Calibri"/>
              </a:rPr>
              <a:t>Projet initial (entreprise)</a:t>
            </a:r>
            <a:endParaRPr sz="1100" b="1" i="0" u="none" strike="noStrike" cap="none">
              <a:solidFill>
                <a:schemeClr val="dk1"/>
              </a:solidFill>
              <a:latin typeface="+mj-lt"/>
              <a:ea typeface="Calibri"/>
              <a:cs typeface="Calibri"/>
              <a:sym typeface="Calibri"/>
            </a:endParaRPr>
          </a:p>
          <a:p>
            <a:pPr marL="0" marR="0" lvl="0" indent="0" algn="l" rtl="0">
              <a:spcBef>
                <a:spcPts val="0"/>
              </a:spcBef>
              <a:spcAft>
                <a:spcPts val="0"/>
              </a:spcAft>
              <a:buNone/>
            </a:pPr>
            <a:r>
              <a:rPr lang="fr-FR" sz="1100" b="1">
                <a:solidFill>
                  <a:schemeClr val="dk1"/>
                </a:solidFill>
                <a:latin typeface="+mj-lt"/>
                <a:ea typeface="Calibri"/>
                <a:cs typeface="Calibri"/>
                <a:sym typeface="Calibri"/>
              </a:rPr>
              <a:t>	</a:t>
            </a:r>
            <a:r>
              <a:rPr lang="fr-FR" sz="1100">
                <a:solidFill>
                  <a:schemeClr val="dk1"/>
                </a:solidFill>
                <a:latin typeface="+mj-lt"/>
                <a:ea typeface="Calibri"/>
                <a:cs typeface="Calibri"/>
                <a:sym typeface="Calibri"/>
              </a:rPr>
              <a:t>Définition du projet </a:t>
            </a:r>
            <a:endParaRPr sz="1100">
              <a:solidFill>
                <a:schemeClr val="dk1"/>
              </a:solidFill>
              <a:latin typeface="+mj-lt"/>
              <a:ea typeface="Calibri"/>
              <a:cs typeface="Calibri"/>
              <a:sym typeface="Calibri"/>
            </a:endParaRPr>
          </a:p>
          <a:p>
            <a:pPr marL="0" marR="0" lvl="0" indent="0" algn="l" rtl="0">
              <a:spcBef>
                <a:spcPts val="0"/>
              </a:spcBef>
              <a:spcAft>
                <a:spcPts val="0"/>
              </a:spcAft>
              <a:buNone/>
            </a:pPr>
            <a:r>
              <a:rPr lang="fr-FR" sz="1100">
                <a:solidFill>
                  <a:schemeClr val="dk1"/>
                </a:solidFill>
                <a:latin typeface="+mj-lt"/>
                <a:ea typeface="Calibri"/>
                <a:cs typeface="Calibri"/>
                <a:sym typeface="Calibri"/>
              </a:rPr>
              <a:t>	Analyse  : processus- procédure - -mode opératoire </a:t>
            </a:r>
            <a:endParaRPr>
              <a:latin typeface="+mj-lt"/>
            </a:endParaRPr>
          </a:p>
          <a:p>
            <a:pPr marL="0" marR="0" lvl="0" indent="0" algn="l" rtl="0">
              <a:spcBef>
                <a:spcPts val="0"/>
              </a:spcBef>
              <a:spcAft>
                <a:spcPts val="0"/>
              </a:spcAft>
              <a:buNone/>
            </a:pPr>
            <a:r>
              <a:rPr lang="fr-FR" sz="1100">
                <a:solidFill>
                  <a:schemeClr val="dk1"/>
                </a:solidFill>
                <a:latin typeface="+mj-lt"/>
                <a:ea typeface="Calibri"/>
                <a:cs typeface="Calibri"/>
                <a:sym typeface="Calibri"/>
              </a:rPr>
              <a:t>	Modélisation globale</a:t>
            </a:r>
            <a:endParaRPr>
              <a:latin typeface="+mj-lt"/>
            </a:endParaRPr>
          </a:p>
          <a:p>
            <a:pPr marL="0" marR="0" lvl="0" indent="0" algn="l" rtl="0">
              <a:spcBef>
                <a:spcPts val="0"/>
              </a:spcBef>
              <a:spcAft>
                <a:spcPts val="0"/>
              </a:spcAft>
              <a:buNone/>
            </a:pPr>
            <a:endParaRPr sz="1100">
              <a:solidFill>
                <a:schemeClr val="dk1"/>
              </a:solidFill>
              <a:latin typeface="+mj-lt"/>
              <a:ea typeface="Calibri"/>
              <a:cs typeface="Calibri"/>
              <a:sym typeface="Calibri"/>
            </a:endParaRPr>
          </a:p>
          <a:p>
            <a:pPr marL="0" marR="0" lvl="0" indent="0" algn="l" rtl="0">
              <a:spcBef>
                <a:spcPts val="0"/>
              </a:spcBef>
              <a:spcAft>
                <a:spcPts val="0"/>
              </a:spcAft>
              <a:buNone/>
            </a:pPr>
            <a:r>
              <a:rPr lang="fr-FR" sz="1100" b="1">
                <a:solidFill>
                  <a:schemeClr val="dk1"/>
                </a:solidFill>
                <a:latin typeface="+mj-lt"/>
                <a:ea typeface="Calibri"/>
                <a:cs typeface="Calibri"/>
                <a:sym typeface="Calibri"/>
              </a:rPr>
              <a:t>❖ Constat</a:t>
            </a:r>
            <a:endParaRPr sz="1100">
              <a:solidFill>
                <a:schemeClr val="dk1"/>
              </a:solidFill>
              <a:latin typeface="+mj-lt"/>
              <a:ea typeface="Calibri"/>
              <a:cs typeface="Calibri"/>
              <a:sym typeface="Calibri"/>
            </a:endParaRPr>
          </a:p>
          <a:p>
            <a:pPr marL="0" marR="0" lvl="0" indent="0" algn="l" rtl="0">
              <a:spcBef>
                <a:spcPts val="0"/>
              </a:spcBef>
              <a:spcAft>
                <a:spcPts val="0"/>
              </a:spcAft>
              <a:buNone/>
            </a:pPr>
            <a:r>
              <a:rPr lang="fr-FR" sz="1100">
                <a:solidFill>
                  <a:schemeClr val="dk1"/>
                </a:solidFill>
                <a:latin typeface="+mj-lt"/>
                <a:ea typeface="Calibri"/>
                <a:cs typeface="Calibri"/>
                <a:sym typeface="Calibri"/>
              </a:rPr>
              <a:t>	Complexité importante</a:t>
            </a:r>
            <a:endParaRPr>
              <a:latin typeface="+mj-lt"/>
            </a:endParaRPr>
          </a:p>
          <a:p>
            <a:pPr marL="0" marR="0" lvl="0" indent="0" algn="l" rtl="0">
              <a:spcBef>
                <a:spcPts val="0"/>
              </a:spcBef>
              <a:spcAft>
                <a:spcPts val="0"/>
              </a:spcAft>
              <a:buNone/>
            </a:pPr>
            <a:r>
              <a:rPr lang="fr-FR" sz="1100">
                <a:solidFill>
                  <a:schemeClr val="dk1"/>
                </a:solidFill>
                <a:latin typeface="+mj-lt"/>
                <a:ea typeface="Calibri"/>
                <a:cs typeface="Calibri"/>
                <a:sym typeface="Calibri"/>
              </a:rPr>
              <a:t>	Périmètre large</a:t>
            </a:r>
            <a:endParaRPr>
              <a:latin typeface="+mj-lt"/>
            </a:endParaRPr>
          </a:p>
          <a:p>
            <a:pPr marL="0" marR="0" lvl="0" indent="0" algn="l" rtl="0">
              <a:spcBef>
                <a:spcPts val="0"/>
              </a:spcBef>
              <a:spcAft>
                <a:spcPts val="0"/>
              </a:spcAft>
              <a:buNone/>
            </a:pPr>
            <a:r>
              <a:rPr lang="fr-FR" sz="1100">
                <a:solidFill>
                  <a:schemeClr val="dk1"/>
                </a:solidFill>
                <a:latin typeface="+mj-lt"/>
                <a:ea typeface="Calibri"/>
                <a:cs typeface="Calibri"/>
                <a:sym typeface="Calibri"/>
              </a:rPr>
              <a:t>	Non réaliste pour un développeur seul en début de formation</a:t>
            </a:r>
            <a:endParaRPr>
              <a:latin typeface="+mj-lt"/>
            </a:endParaRPr>
          </a:p>
          <a:p>
            <a:pPr marL="0" marR="0" lvl="0" indent="0" algn="l" rtl="0">
              <a:spcBef>
                <a:spcPts val="0"/>
              </a:spcBef>
              <a:spcAft>
                <a:spcPts val="0"/>
              </a:spcAft>
              <a:buNone/>
            </a:pPr>
            <a:endParaRPr sz="1100">
              <a:solidFill>
                <a:schemeClr val="dk1"/>
              </a:solidFill>
              <a:latin typeface="+mj-lt"/>
              <a:ea typeface="Calibri"/>
              <a:cs typeface="Calibri"/>
              <a:sym typeface="Calibri"/>
            </a:endParaRPr>
          </a:p>
          <a:p>
            <a:pPr marL="0" marR="0" lvl="0" indent="0" algn="l" rtl="0">
              <a:spcBef>
                <a:spcPts val="0"/>
              </a:spcBef>
              <a:spcAft>
                <a:spcPts val="0"/>
              </a:spcAft>
              <a:buNone/>
            </a:pPr>
            <a:r>
              <a:rPr lang="fr-FR" sz="1100" b="1">
                <a:solidFill>
                  <a:schemeClr val="dk1"/>
                </a:solidFill>
                <a:latin typeface="+mj-lt"/>
                <a:ea typeface="Calibri"/>
                <a:cs typeface="Calibri"/>
                <a:sym typeface="Calibri"/>
              </a:rPr>
              <a:t>❖ Décision stratégique</a:t>
            </a:r>
            <a:endParaRPr sz="1100">
              <a:solidFill>
                <a:schemeClr val="dk1"/>
              </a:solidFill>
              <a:latin typeface="+mj-lt"/>
              <a:ea typeface="Calibri"/>
              <a:cs typeface="Calibri"/>
              <a:sym typeface="Calibri"/>
            </a:endParaRPr>
          </a:p>
          <a:p>
            <a:pPr marL="0" marR="0" lvl="0" indent="0" algn="l" rtl="0">
              <a:spcBef>
                <a:spcPts val="0"/>
              </a:spcBef>
              <a:spcAft>
                <a:spcPts val="0"/>
              </a:spcAft>
              <a:buNone/>
            </a:pPr>
            <a:r>
              <a:rPr lang="fr-FR" sz="1100">
                <a:solidFill>
                  <a:schemeClr val="dk1"/>
                </a:solidFill>
                <a:latin typeface="+mj-lt"/>
                <a:ea typeface="Calibri"/>
                <a:cs typeface="Calibri"/>
                <a:sym typeface="Calibri"/>
              </a:rPr>
              <a:t>	Recentrage sur la génération de fiches chantier</a:t>
            </a:r>
            <a:endParaRPr>
              <a:latin typeface="+mj-lt"/>
            </a:endParaRPr>
          </a:p>
          <a:p>
            <a:pPr marL="0" marR="0" lvl="0" indent="0" algn="l" rtl="0">
              <a:spcBef>
                <a:spcPts val="0"/>
              </a:spcBef>
              <a:spcAft>
                <a:spcPts val="0"/>
              </a:spcAft>
              <a:buNone/>
            </a:pPr>
            <a:r>
              <a:rPr lang="fr-FR" sz="1100">
                <a:solidFill>
                  <a:schemeClr val="dk1"/>
                </a:solidFill>
                <a:latin typeface="+mj-lt"/>
                <a:ea typeface="Calibri"/>
                <a:cs typeface="Calibri"/>
                <a:sym typeface="Calibri"/>
              </a:rPr>
              <a:t>	</a:t>
            </a:r>
            <a:endParaRPr>
              <a:latin typeface="+mj-lt"/>
            </a:endParaRPr>
          </a:p>
        </p:txBody>
      </p:sp>
      <p:sp>
        <p:nvSpPr>
          <p:cNvPr id="210" name="Google Shape;210;p6"/>
          <p:cNvSpPr/>
          <p:nvPr/>
        </p:nvSpPr>
        <p:spPr>
          <a:xfrm>
            <a:off x="7727795" y="4665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Analyse d’un SI</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Modélisation</a:t>
            </a:r>
            <a:endParaRPr>
              <a:latin typeface="+mj-lt"/>
            </a:endParaRPr>
          </a:p>
        </p:txBody>
      </p:sp>
      <p:pic>
        <p:nvPicPr>
          <p:cNvPr id="211" name="Google Shape;211;p6"/>
          <p:cNvPicPr preferRelativeResize="0"/>
          <p:nvPr/>
        </p:nvPicPr>
        <p:blipFill>
          <a:blip r:embed="rId3">
            <a:alphaModFix/>
          </a:blip>
          <a:stretch>
            <a:fillRect/>
          </a:stretch>
        </p:blipFill>
        <p:spPr>
          <a:xfrm>
            <a:off x="5143052" y="971275"/>
            <a:ext cx="3590373" cy="3970524"/>
          </a:xfrm>
          <a:prstGeom prst="rect">
            <a:avLst/>
          </a:prstGeom>
          <a:noFill/>
          <a:ln>
            <a:noFill/>
          </a:ln>
        </p:spPr>
      </p:pic>
      <p:sp>
        <p:nvSpPr>
          <p:cNvPr id="212" name="Google Shape;212;p6"/>
          <p:cNvSpPr txBox="1"/>
          <p:nvPr/>
        </p:nvSpPr>
        <p:spPr>
          <a:xfrm>
            <a:off x="333350" y="869800"/>
            <a:ext cx="4786200" cy="39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350">
                <a:solidFill>
                  <a:srgbClr val="3F3F3F"/>
                </a:solidFill>
                <a:latin typeface="+mj-lt"/>
                <a:ea typeface="Trebuchet MS"/>
                <a:cs typeface="Trebuchet MS"/>
                <a:sym typeface="Trebuchet MS"/>
              </a:rPr>
              <a:t>ERP entretien des locaux</a:t>
            </a:r>
            <a:endParaRPr sz="1350">
              <a:solidFill>
                <a:srgbClr val="3F3F3F"/>
              </a:solidFill>
              <a:latin typeface="+mj-lt"/>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7"/>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47880" marR="0" lvl="0" indent="-47880" algn="l" rtl="0">
              <a:lnSpc>
                <a:spcPct val="120000"/>
              </a:lnSpc>
              <a:spcBef>
                <a:spcPts val="0"/>
              </a:spcBef>
              <a:spcAft>
                <a:spcPts val="0"/>
              </a:spcAft>
              <a:buClr>
                <a:schemeClr val="accent1"/>
              </a:buClr>
              <a:buSzPts val="1920"/>
              <a:buFont typeface="Noto Sans Symbols"/>
              <a:buChar char="►"/>
            </a:pPr>
            <a:r>
              <a:rPr lang="fr-FR" sz="2400" b="1" i="0" u="none" strike="noStrike" cap="none" dirty="0">
                <a:solidFill>
                  <a:srgbClr val="3F3F3F"/>
                </a:solidFill>
                <a:latin typeface="+mj-lt"/>
                <a:ea typeface="Arial"/>
                <a:cs typeface="Arial"/>
                <a:sym typeface="Arial"/>
              </a:rPr>
              <a:t>Travail en mode projet Agile</a:t>
            </a:r>
            <a:endParaRPr sz="2400" b="1" i="0" u="none" strike="noStrike" cap="none" dirty="0">
              <a:solidFill>
                <a:srgbClr val="3F3F3F"/>
              </a:solidFill>
              <a:latin typeface="+mj-lt"/>
              <a:ea typeface="Arial"/>
              <a:cs typeface="Arial"/>
              <a:sym typeface="Arial"/>
            </a:endParaRPr>
          </a:p>
        </p:txBody>
      </p:sp>
      <p:sp>
        <p:nvSpPr>
          <p:cNvPr id="219" name="Google Shape;219;p7"/>
          <p:cNvSpPr txBox="1"/>
          <p:nvPr/>
        </p:nvSpPr>
        <p:spPr>
          <a:xfrm>
            <a:off x="333360" y="1509460"/>
            <a:ext cx="6780134" cy="3432333"/>
          </a:xfrm>
          <a:prstGeom prst="rect">
            <a:avLst/>
          </a:prstGeom>
          <a:noFill/>
          <a:ln>
            <a:noFill/>
          </a:ln>
        </p:spPr>
        <p:txBody>
          <a:bodyPr spcFirstLastPara="1" wrap="square" lIns="91425" tIns="45700" rIns="91425" bIns="45700" anchor="t" anchorCtr="0">
            <a:noAutofit/>
          </a:bodyPr>
          <a:lstStyle/>
          <a:p>
            <a:pPr marL="219330" marR="0" lvl="0" indent="-104775" algn="l" rtl="0">
              <a:lnSpc>
                <a:spcPct val="120000"/>
              </a:lnSpc>
              <a:spcBef>
                <a:spcPts val="0"/>
              </a:spcBef>
              <a:spcAft>
                <a:spcPts val="0"/>
              </a:spcAft>
              <a:buClr>
                <a:schemeClr val="dk1"/>
              </a:buClr>
              <a:buSzPts val="1050"/>
              <a:buFont typeface="Noto Sans Symbols"/>
              <a:buNone/>
            </a:pPr>
            <a:endParaRPr sz="1050" b="0" u="none" strike="noStrike">
              <a:solidFill>
                <a:schemeClr val="dk1"/>
              </a:solidFill>
              <a:latin typeface="+mj-lt"/>
              <a:ea typeface="Calibri"/>
              <a:cs typeface="Calibri"/>
              <a:sym typeface="Calibri"/>
            </a:endParaRPr>
          </a:p>
        </p:txBody>
      </p:sp>
      <p:sp>
        <p:nvSpPr>
          <p:cNvPr id="220" name="Google Shape;220;p7"/>
          <p:cNvSpPr txBox="1"/>
          <p:nvPr/>
        </p:nvSpPr>
        <p:spPr>
          <a:xfrm>
            <a:off x="333360" y="1238908"/>
            <a:ext cx="6780134" cy="343233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fr-FR" sz="1100" dirty="0">
                <a:solidFill>
                  <a:schemeClr val="dk1"/>
                </a:solidFill>
                <a:latin typeface="+mj-lt"/>
                <a:ea typeface="Calibri"/>
                <a:cs typeface="Calibri"/>
                <a:sym typeface="Calibri"/>
              </a:rPr>
              <a:t>❖ </a:t>
            </a:r>
            <a:r>
              <a:rPr lang="fr-FR" sz="1100" b="1" dirty="0">
                <a:solidFill>
                  <a:schemeClr val="dk1"/>
                </a:solidFill>
                <a:latin typeface="+mj-lt"/>
                <a:ea typeface="Calibri"/>
                <a:cs typeface="Calibri"/>
                <a:sym typeface="Calibri"/>
              </a:rPr>
              <a:t>Travail collaboratif</a:t>
            </a:r>
            <a:endParaRPr dirty="0">
              <a:solidFill>
                <a:schemeClr val="dk1"/>
              </a:solidFill>
              <a:latin typeface="+mj-lt"/>
            </a:endParaRPr>
          </a:p>
          <a:p>
            <a:pPr marL="0" lvl="0" indent="0" algn="l" rtl="0">
              <a:spcBef>
                <a:spcPts val="0"/>
              </a:spcBef>
              <a:spcAft>
                <a:spcPts val="0"/>
              </a:spcAft>
              <a:buClr>
                <a:schemeClr val="dk1"/>
              </a:buClr>
              <a:buFont typeface="Arial"/>
              <a:buNone/>
            </a:pPr>
            <a:r>
              <a:rPr lang="fr-FR" sz="1100" dirty="0">
                <a:solidFill>
                  <a:schemeClr val="dk1"/>
                </a:solidFill>
                <a:latin typeface="+mj-lt"/>
                <a:ea typeface="Calibri"/>
                <a:cs typeface="Calibri"/>
                <a:sym typeface="Calibri"/>
              </a:rPr>
              <a:t>	4 développeurs</a:t>
            </a:r>
            <a:endParaRPr sz="1100" dirty="0">
              <a:solidFill>
                <a:schemeClr val="dk1"/>
              </a:solidFill>
              <a:latin typeface="+mj-lt"/>
              <a:ea typeface="Calibri"/>
              <a:cs typeface="Calibri"/>
              <a:sym typeface="Calibri"/>
            </a:endParaRPr>
          </a:p>
          <a:p>
            <a:pPr marL="0" lvl="0" indent="0" algn="l" rtl="0">
              <a:spcBef>
                <a:spcPts val="0"/>
              </a:spcBef>
              <a:spcAft>
                <a:spcPts val="0"/>
              </a:spcAft>
              <a:buClr>
                <a:schemeClr val="dk1"/>
              </a:buClr>
              <a:buFont typeface="Arial"/>
              <a:buNone/>
            </a:pPr>
            <a:r>
              <a:rPr lang="fr-FR" sz="1100" dirty="0">
                <a:solidFill>
                  <a:schemeClr val="dk1"/>
                </a:solidFill>
                <a:latin typeface="+mj-lt"/>
                <a:ea typeface="Calibri"/>
                <a:cs typeface="Calibri"/>
                <a:sym typeface="Calibri"/>
              </a:rPr>
              <a:t>	1 Scrum Master</a:t>
            </a:r>
            <a:endParaRPr sz="1100" dirty="0">
              <a:solidFill>
                <a:schemeClr val="dk1"/>
              </a:solidFill>
              <a:latin typeface="+mj-lt"/>
              <a:ea typeface="Calibri"/>
              <a:cs typeface="Calibri"/>
              <a:sym typeface="Calibri"/>
            </a:endParaRPr>
          </a:p>
          <a:p>
            <a:pPr marL="0" lvl="0" indent="0" algn="l" rtl="0">
              <a:spcBef>
                <a:spcPts val="0"/>
              </a:spcBef>
              <a:spcAft>
                <a:spcPts val="0"/>
              </a:spcAft>
              <a:buNone/>
            </a:pPr>
            <a:r>
              <a:rPr lang="fr-FR" sz="1100" dirty="0">
                <a:solidFill>
                  <a:schemeClr val="dk1"/>
                </a:solidFill>
                <a:latin typeface="+mj-lt"/>
                <a:ea typeface="Calibri"/>
                <a:cs typeface="Calibri"/>
                <a:sym typeface="Calibri"/>
              </a:rPr>
              <a:t>	1 Product </a:t>
            </a:r>
            <a:r>
              <a:rPr lang="fr-FR" sz="1100" dirty="0" err="1">
                <a:solidFill>
                  <a:schemeClr val="dk1"/>
                </a:solidFill>
                <a:latin typeface="+mj-lt"/>
                <a:ea typeface="Calibri"/>
                <a:cs typeface="Calibri"/>
                <a:sym typeface="Calibri"/>
              </a:rPr>
              <a:t>Owner</a:t>
            </a:r>
            <a:endParaRPr sz="1100" dirty="0">
              <a:solidFill>
                <a:schemeClr val="dk1"/>
              </a:solidFill>
              <a:latin typeface="+mj-lt"/>
              <a:ea typeface="Calibri"/>
              <a:cs typeface="Calibri"/>
              <a:sym typeface="Calibri"/>
            </a:endParaRPr>
          </a:p>
          <a:p>
            <a:pPr marL="0" marR="0" lvl="0" indent="0" algn="l" rtl="0">
              <a:spcBef>
                <a:spcPts val="0"/>
              </a:spcBef>
              <a:spcAft>
                <a:spcPts val="0"/>
              </a:spcAft>
              <a:buNone/>
            </a:pPr>
            <a:endParaRPr sz="1100" dirty="0">
              <a:solidFill>
                <a:schemeClr val="dk1"/>
              </a:solidFill>
              <a:latin typeface="+mj-lt"/>
              <a:ea typeface="Calibri"/>
              <a:cs typeface="Calibri"/>
              <a:sym typeface="Calibri"/>
            </a:endParaRPr>
          </a:p>
          <a:p>
            <a:pPr marL="0" marR="0" lvl="0" indent="0" algn="l" rtl="0">
              <a:spcBef>
                <a:spcPts val="0"/>
              </a:spcBef>
              <a:spcAft>
                <a:spcPts val="0"/>
              </a:spcAft>
              <a:buNone/>
            </a:pPr>
            <a:r>
              <a:rPr lang="fr-FR" sz="1100" dirty="0">
                <a:solidFill>
                  <a:schemeClr val="dk1"/>
                </a:solidFill>
                <a:latin typeface="+mj-lt"/>
                <a:ea typeface="Calibri"/>
                <a:cs typeface="Calibri"/>
                <a:sym typeface="Calibri"/>
              </a:rPr>
              <a:t>❖ </a:t>
            </a:r>
            <a:r>
              <a:rPr lang="fr-FR" sz="1100" b="1" dirty="0">
                <a:solidFill>
                  <a:schemeClr val="dk1"/>
                </a:solidFill>
                <a:latin typeface="+mj-lt"/>
                <a:ea typeface="Calibri"/>
                <a:cs typeface="Calibri"/>
                <a:sym typeface="Calibri"/>
              </a:rPr>
              <a:t>Organisation du projet</a:t>
            </a:r>
            <a:endParaRPr dirty="0">
              <a:latin typeface="+mj-lt"/>
            </a:endParaRPr>
          </a:p>
          <a:p>
            <a:pPr marL="0" marR="0" lvl="0" indent="0" algn="l" rtl="0">
              <a:spcBef>
                <a:spcPts val="0"/>
              </a:spcBef>
              <a:spcAft>
                <a:spcPts val="0"/>
              </a:spcAft>
              <a:buNone/>
            </a:pPr>
            <a:r>
              <a:rPr lang="fr-FR" sz="1100" dirty="0">
                <a:solidFill>
                  <a:schemeClr val="dk1"/>
                </a:solidFill>
                <a:latin typeface="+mj-lt"/>
                <a:ea typeface="Calibri"/>
                <a:cs typeface="Calibri"/>
                <a:sym typeface="Calibri"/>
              </a:rPr>
              <a:t>	Découpage en EPICS</a:t>
            </a:r>
            <a:endParaRPr dirty="0">
              <a:latin typeface="+mj-lt"/>
            </a:endParaRPr>
          </a:p>
          <a:p>
            <a:pPr marL="0" marR="0" lvl="0" indent="0" algn="l" rtl="0">
              <a:spcBef>
                <a:spcPts val="0"/>
              </a:spcBef>
              <a:spcAft>
                <a:spcPts val="0"/>
              </a:spcAft>
              <a:buNone/>
            </a:pPr>
            <a:r>
              <a:rPr lang="fr-FR" sz="1100" dirty="0">
                <a:solidFill>
                  <a:schemeClr val="dk1"/>
                </a:solidFill>
                <a:latin typeface="+mj-lt"/>
                <a:ea typeface="Calibri"/>
                <a:cs typeface="Calibri"/>
                <a:sym typeface="Calibri"/>
              </a:rPr>
              <a:t>	Rédaction de User Stories</a:t>
            </a:r>
            <a:endParaRPr dirty="0">
              <a:latin typeface="+mj-lt"/>
            </a:endParaRPr>
          </a:p>
          <a:p>
            <a:pPr marL="0" marR="0" lvl="0" indent="0" algn="l" rtl="0">
              <a:spcBef>
                <a:spcPts val="0"/>
              </a:spcBef>
              <a:spcAft>
                <a:spcPts val="0"/>
              </a:spcAft>
              <a:buNone/>
            </a:pPr>
            <a:r>
              <a:rPr lang="fr-FR" sz="1100" dirty="0">
                <a:solidFill>
                  <a:schemeClr val="dk1"/>
                </a:solidFill>
                <a:latin typeface="+mj-lt"/>
                <a:ea typeface="Calibri"/>
                <a:cs typeface="Calibri"/>
                <a:sym typeface="Calibri"/>
              </a:rPr>
              <a:t>	Planification via GitHub Project</a:t>
            </a:r>
            <a:endParaRPr dirty="0">
              <a:latin typeface="+mj-lt"/>
            </a:endParaRPr>
          </a:p>
          <a:p>
            <a:pPr marL="0" marR="0" lvl="0" indent="0" algn="l" rtl="0">
              <a:spcBef>
                <a:spcPts val="0"/>
              </a:spcBef>
              <a:spcAft>
                <a:spcPts val="0"/>
              </a:spcAft>
              <a:buNone/>
            </a:pPr>
            <a:endParaRPr sz="1100" dirty="0">
              <a:solidFill>
                <a:schemeClr val="dk1"/>
              </a:solidFill>
              <a:latin typeface="+mj-lt"/>
              <a:ea typeface="Calibri"/>
              <a:cs typeface="Calibri"/>
              <a:sym typeface="Calibri"/>
            </a:endParaRPr>
          </a:p>
          <a:p>
            <a:pPr marL="0" marR="0" lvl="0" indent="0" algn="l" rtl="0">
              <a:spcBef>
                <a:spcPts val="0"/>
              </a:spcBef>
              <a:spcAft>
                <a:spcPts val="0"/>
              </a:spcAft>
              <a:buNone/>
            </a:pPr>
            <a:r>
              <a:rPr lang="fr-FR" sz="1100" b="1" dirty="0">
                <a:solidFill>
                  <a:schemeClr val="dk1"/>
                </a:solidFill>
                <a:latin typeface="+mj-lt"/>
                <a:ea typeface="Calibri"/>
                <a:cs typeface="Calibri"/>
                <a:sym typeface="Calibri"/>
              </a:rPr>
              <a:t>❖ Pilotage et suivi</a:t>
            </a:r>
            <a:endParaRPr dirty="0">
              <a:latin typeface="+mj-lt"/>
            </a:endParaRPr>
          </a:p>
          <a:p>
            <a:pPr marL="0" marR="0" lvl="0" indent="0" algn="l" rtl="0">
              <a:spcBef>
                <a:spcPts val="0"/>
              </a:spcBef>
              <a:spcAft>
                <a:spcPts val="0"/>
              </a:spcAft>
              <a:buNone/>
            </a:pPr>
            <a:r>
              <a:rPr lang="fr-FR" sz="1100" dirty="0">
                <a:solidFill>
                  <a:schemeClr val="dk1"/>
                </a:solidFill>
                <a:latin typeface="+mj-lt"/>
                <a:ea typeface="Calibri"/>
                <a:cs typeface="Calibri"/>
                <a:sym typeface="Calibri"/>
              </a:rPr>
              <a:t>	Sprint de 2 semaines</a:t>
            </a:r>
            <a:endParaRPr dirty="0">
              <a:latin typeface="+mj-lt"/>
            </a:endParaRPr>
          </a:p>
          <a:p>
            <a:pPr marL="0" marR="0" lvl="0" indent="0" algn="l" rtl="0">
              <a:spcBef>
                <a:spcPts val="0"/>
              </a:spcBef>
              <a:spcAft>
                <a:spcPts val="0"/>
              </a:spcAft>
              <a:buNone/>
            </a:pPr>
            <a:r>
              <a:rPr lang="fr-FR" sz="1100" dirty="0">
                <a:solidFill>
                  <a:schemeClr val="dk1"/>
                </a:solidFill>
                <a:latin typeface="+mj-lt"/>
                <a:ea typeface="Calibri"/>
                <a:cs typeface="Calibri"/>
                <a:sym typeface="Calibri"/>
              </a:rPr>
              <a:t>	Présentation des avancées</a:t>
            </a:r>
            <a:endParaRPr dirty="0">
              <a:latin typeface="+mj-lt"/>
            </a:endParaRPr>
          </a:p>
          <a:p>
            <a:pPr marL="0" marR="0" lvl="0" indent="0" algn="l" rtl="0">
              <a:spcBef>
                <a:spcPts val="0"/>
              </a:spcBef>
              <a:spcAft>
                <a:spcPts val="0"/>
              </a:spcAft>
              <a:buNone/>
            </a:pPr>
            <a:r>
              <a:rPr lang="fr-FR" sz="1100" dirty="0">
                <a:solidFill>
                  <a:schemeClr val="dk1"/>
                </a:solidFill>
                <a:latin typeface="+mj-lt"/>
                <a:ea typeface="Calibri"/>
                <a:cs typeface="Calibri"/>
                <a:sym typeface="Calibri"/>
              </a:rPr>
              <a:t>	Ajustement des priorités</a:t>
            </a:r>
            <a:endParaRPr dirty="0">
              <a:latin typeface="+mj-lt"/>
            </a:endParaRPr>
          </a:p>
        </p:txBody>
      </p:sp>
      <p:sp>
        <p:nvSpPr>
          <p:cNvPr id="221" name="Google Shape;221;p7"/>
          <p:cNvSpPr/>
          <p:nvPr/>
        </p:nvSpPr>
        <p:spPr>
          <a:xfrm>
            <a:off x="7727795" y="727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Organisation du projet</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22" name="Google Shape;222;p7"/>
          <p:cNvSpPr/>
          <p:nvPr/>
        </p:nvSpPr>
        <p:spPr>
          <a:xfrm>
            <a:off x="7727795" y="4665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Analyse d’un SI</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Modélisation</a:t>
            </a:r>
            <a:endParaRPr>
              <a:latin typeface="+mj-lt"/>
            </a:endParaRPr>
          </a:p>
        </p:txBody>
      </p:sp>
      <p:pic>
        <p:nvPicPr>
          <p:cNvPr id="223" name="Google Shape;223;p7"/>
          <p:cNvPicPr preferRelativeResize="0"/>
          <p:nvPr/>
        </p:nvPicPr>
        <p:blipFill>
          <a:blip r:embed="rId3">
            <a:alphaModFix/>
          </a:blip>
          <a:stretch>
            <a:fillRect/>
          </a:stretch>
        </p:blipFill>
        <p:spPr>
          <a:xfrm>
            <a:off x="2813702" y="1509459"/>
            <a:ext cx="4845650" cy="3029225"/>
          </a:xfrm>
          <a:prstGeom prst="rect">
            <a:avLst/>
          </a:prstGeom>
          <a:noFill/>
          <a:ln>
            <a:noFill/>
          </a:ln>
        </p:spPr>
      </p:pic>
      <p:sp>
        <p:nvSpPr>
          <p:cNvPr id="224" name="Google Shape;224;p7"/>
          <p:cNvSpPr txBox="1"/>
          <p:nvPr/>
        </p:nvSpPr>
        <p:spPr>
          <a:xfrm>
            <a:off x="333350" y="869800"/>
            <a:ext cx="4786200" cy="39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350">
                <a:solidFill>
                  <a:srgbClr val="3F3F3F"/>
                </a:solidFill>
                <a:latin typeface="+mj-lt"/>
                <a:ea typeface="Trebuchet MS"/>
                <a:cs typeface="Trebuchet MS"/>
                <a:sym typeface="Trebuchet MS"/>
              </a:rPr>
              <a:t>EasyCleanESAT méthode SCRUM </a:t>
            </a:r>
            <a:endParaRPr sz="1350">
              <a:solidFill>
                <a:srgbClr val="3F3F3F"/>
              </a:solidFill>
              <a:latin typeface="+mj-lt"/>
              <a:ea typeface="Trebuchet MS"/>
              <a:cs typeface="Trebuchet MS"/>
              <a:sym typeface="Trebuchet MS"/>
            </a:endParaRPr>
          </a:p>
        </p:txBody>
      </p:sp>
      <p:sp>
        <p:nvSpPr>
          <p:cNvPr id="3" name="ZoneTexte 2">
            <a:extLst>
              <a:ext uri="{FF2B5EF4-FFF2-40B4-BE49-F238E27FC236}">
                <a16:creationId xmlns:a16="http://schemas.microsoft.com/office/drawing/2014/main" id="{431EC665-7ACA-B2B6-3355-AC573DF52CEA}"/>
              </a:ext>
            </a:extLst>
          </p:cNvPr>
          <p:cNvSpPr txBox="1"/>
          <p:nvPr/>
        </p:nvSpPr>
        <p:spPr>
          <a:xfrm>
            <a:off x="6127472" y="4897279"/>
            <a:ext cx="2882714" cy="246221"/>
          </a:xfrm>
          <a:prstGeom prst="rect">
            <a:avLst/>
          </a:prstGeom>
          <a:noFill/>
        </p:spPr>
        <p:txBody>
          <a:bodyPr wrap="square">
            <a:spAutoFit/>
          </a:bodyPr>
          <a:lstStyle/>
          <a:p>
            <a:r>
              <a:rPr lang="fr-FR" sz="1000" dirty="0">
                <a:latin typeface="+mj-lt"/>
              </a:rPr>
              <a:t>C4.2 Planification des activités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8"/>
          <p:cNvSpPr txBox="1"/>
          <p:nvPr/>
        </p:nvSpPr>
        <p:spPr>
          <a:xfrm>
            <a:off x="333360" y="1509460"/>
            <a:ext cx="6780134" cy="3432333"/>
          </a:xfrm>
          <a:prstGeom prst="rect">
            <a:avLst/>
          </a:prstGeom>
          <a:noFill/>
          <a:ln>
            <a:noFill/>
          </a:ln>
        </p:spPr>
        <p:txBody>
          <a:bodyPr spcFirstLastPara="1" wrap="square" lIns="91425" tIns="45700" rIns="91425" bIns="45700" anchor="t" anchorCtr="0">
            <a:noAutofit/>
          </a:bodyPr>
          <a:lstStyle/>
          <a:p>
            <a:pPr marL="219330" marR="0" lvl="0" indent="-104775" algn="l" rtl="0">
              <a:lnSpc>
                <a:spcPct val="120000"/>
              </a:lnSpc>
              <a:spcBef>
                <a:spcPts val="0"/>
              </a:spcBef>
              <a:spcAft>
                <a:spcPts val="0"/>
              </a:spcAft>
              <a:buClr>
                <a:schemeClr val="dk1"/>
              </a:buClr>
              <a:buSzPts val="1050"/>
              <a:buFont typeface="Noto Sans Symbols"/>
              <a:buNone/>
            </a:pPr>
            <a:endParaRPr sz="1050" b="0" u="none" strike="noStrike">
              <a:solidFill>
                <a:schemeClr val="dk1"/>
              </a:solidFill>
              <a:latin typeface="+mj-lt"/>
              <a:ea typeface="Calibri"/>
              <a:cs typeface="Calibri"/>
              <a:sym typeface="Calibri"/>
            </a:endParaRPr>
          </a:p>
        </p:txBody>
      </p:sp>
      <p:sp>
        <p:nvSpPr>
          <p:cNvPr id="231" name="Google Shape;231;p8"/>
          <p:cNvSpPr txBox="1"/>
          <p:nvPr/>
        </p:nvSpPr>
        <p:spPr>
          <a:xfrm>
            <a:off x="333359" y="1231802"/>
            <a:ext cx="6780134" cy="343233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Mise en place du repository</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Projet partagé sur GitHub</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Historique centralisé</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Gestion des évolutions</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Développement sur branche dédiée pour chaque US</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Une branche par fonctionnalité</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Contrôle qualité</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Pull </a:t>
            </a:r>
            <a:r>
              <a:rPr lang="fr-FR" sz="1100" dirty="0" err="1">
                <a:solidFill>
                  <a:schemeClr val="dk1"/>
                </a:solidFill>
                <a:latin typeface="+mj-lt"/>
                <a:ea typeface="Trebuchet MS"/>
                <a:cs typeface="Trebuchet MS"/>
                <a:sym typeface="Trebuchet MS"/>
              </a:rPr>
              <a:t>request</a:t>
            </a:r>
            <a:r>
              <a:rPr lang="fr-FR" sz="1100" dirty="0">
                <a:solidFill>
                  <a:schemeClr val="dk1"/>
                </a:solidFill>
                <a:latin typeface="+mj-lt"/>
                <a:ea typeface="Trebuchet MS"/>
                <a:cs typeface="Trebuchet MS"/>
                <a:sym typeface="Trebuchet MS"/>
              </a:rPr>
              <a:t> obligatoire</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Relecture par un pair</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Merge sur main après validation</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Sécurisation du projet</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Traçabilité des modifications</a:t>
            </a:r>
            <a:endParaRPr sz="1100" dirty="0">
              <a:solidFill>
                <a:schemeClr val="dk1"/>
              </a:solidFill>
              <a:latin typeface="+mj-lt"/>
              <a:ea typeface="Trebuchet MS"/>
              <a:cs typeface="Trebuchet MS"/>
              <a:sym typeface="Trebuchet MS"/>
            </a:endParaRPr>
          </a:p>
          <a:p>
            <a:pPr marL="0" lvl="0" indent="457200" algn="l" rtl="0">
              <a:spcBef>
                <a:spcPts val="0"/>
              </a:spcBef>
              <a:spcAft>
                <a:spcPts val="0"/>
              </a:spcAft>
              <a:buClr>
                <a:schemeClr val="dk1"/>
              </a:buClr>
              <a:buFont typeface="Arial"/>
              <a:buNone/>
            </a:pPr>
            <a:r>
              <a:rPr lang="fr-FR" sz="1100" dirty="0">
                <a:solidFill>
                  <a:schemeClr val="dk1"/>
                </a:solidFill>
                <a:latin typeface="+mj-lt"/>
                <a:ea typeface="Trebuchet MS"/>
                <a:cs typeface="Trebuchet MS"/>
                <a:sym typeface="Trebuchet MS"/>
              </a:rPr>
              <a:t>Suivi des User Stories</a:t>
            </a: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Possibilité de retour arrière</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a:t>
            </a:r>
            <a:endParaRPr dirty="0">
              <a:latin typeface="+mj-lt"/>
            </a:endParaRPr>
          </a:p>
        </p:txBody>
      </p:sp>
      <p:sp>
        <p:nvSpPr>
          <p:cNvPr id="232" name="Google Shape;232;p8"/>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47880" marR="0" lvl="0" indent="-47880" algn="l" rtl="0">
              <a:lnSpc>
                <a:spcPct val="120000"/>
              </a:lnSpc>
              <a:spcBef>
                <a:spcPts val="0"/>
              </a:spcBef>
              <a:spcAft>
                <a:spcPts val="0"/>
              </a:spcAft>
              <a:buClr>
                <a:schemeClr val="accent1"/>
              </a:buClr>
              <a:buSzPts val="1920"/>
              <a:buFont typeface="Noto Sans Symbols"/>
              <a:buChar char="►"/>
            </a:pPr>
            <a:r>
              <a:rPr lang="fr-FR" sz="2400" b="1" i="0" u="none" strike="noStrike" cap="none" dirty="0">
                <a:solidFill>
                  <a:srgbClr val="3F3F3F"/>
                </a:solidFill>
                <a:latin typeface="+mj-lt"/>
                <a:ea typeface="Arial"/>
                <a:cs typeface="Arial"/>
                <a:sym typeface="Arial"/>
              </a:rPr>
              <a:t>Développement collaboratif</a:t>
            </a:r>
            <a:endParaRPr sz="2400" b="1" i="0" u="none" strike="noStrike" cap="none" dirty="0">
              <a:solidFill>
                <a:srgbClr val="3F3F3F"/>
              </a:solidFill>
              <a:latin typeface="+mj-lt"/>
              <a:ea typeface="Arial"/>
              <a:cs typeface="Arial"/>
              <a:sym typeface="Arial"/>
            </a:endParaRPr>
          </a:p>
        </p:txBody>
      </p:sp>
      <p:sp>
        <p:nvSpPr>
          <p:cNvPr id="233" name="Google Shape;233;p8"/>
          <p:cNvSpPr/>
          <p:nvPr/>
        </p:nvSpPr>
        <p:spPr>
          <a:xfrm>
            <a:off x="7727795" y="727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Organisation du projet</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34" name="Google Shape;234;p8"/>
          <p:cNvSpPr/>
          <p:nvPr/>
        </p:nvSpPr>
        <p:spPr>
          <a:xfrm>
            <a:off x="7727795" y="4665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Analyse d’un SI</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Modélisation</a:t>
            </a:r>
            <a:endParaRPr>
              <a:latin typeface="+mj-lt"/>
            </a:endParaRPr>
          </a:p>
        </p:txBody>
      </p:sp>
      <p:sp>
        <p:nvSpPr>
          <p:cNvPr id="235" name="Google Shape;235;p8"/>
          <p:cNvSpPr txBox="1"/>
          <p:nvPr/>
        </p:nvSpPr>
        <p:spPr>
          <a:xfrm>
            <a:off x="333350" y="869800"/>
            <a:ext cx="4786200" cy="39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350" dirty="0" err="1">
                <a:solidFill>
                  <a:srgbClr val="3F3F3F"/>
                </a:solidFill>
                <a:latin typeface="+mj-lt"/>
                <a:ea typeface="Trebuchet MS"/>
                <a:cs typeface="Trebuchet MS"/>
                <a:sym typeface="Trebuchet MS"/>
              </a:rPr>
              <a:t>EasyCleanESAT</a:t>
            </a:r>
            <a:r>
              <a:rPr lang="fr-FR" sz="1350" dirty="0">
                <a:solidFill>
                  <a:srgbClr val="3F3F3F"/>
                </a:solidFill>
                <a:latin typeface="+mj-lt"/>
                <a:ea typeface="Trebuchet MS"/>
                <a:cs typeface="Trebuchet MS"/>
                <a:sym typeface="Trebuchet MS"/>
              </a:rPr>
              <a:t> et la gestion des versions </a:t>
            </a:r>
            <a:endParaRPr sz="1350" dirty="0">
              <a:solidFill>
                <a:srgbClr val="3F3F3F"/>
              </a:solidFill>
              <a:latin typeface="+mj-lt"/>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9"/>
          <p:cNvSpPr/>
          <p:nvPr/>
        </p:nvSpPr>
        <p:spPr>
          <a:xfrm>
            <a:off x="7727795" y="1384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Développement</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Logiciel</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42" name="Google Shape;242;p9"/>
          <p:cNvSpPr txBox="1"/>
          <p:nvPr/>
        </p:nvSpPr>
        <p:spPr>
          <a:xfrm>
            <a:off x="333360" y="1509460"/>
            <a:ext cx="6780134" cy="3432333"/>
          </a:xfrm>
          <a:prstGeom prst="rect">
            <a:avLst/>
          </a:prstGeom>
          <a:noFill/>
          <a:ln>
            <a:noFill/>
          </a:ln>
        </p:spPr>
        <p:txBody>
          <a:bodyPr spcFirstLastPara="1" wrap="square" lIns="91425" tIns="45700" rIns="91425" bIns="45700" anchor="t" anchorCtr="0">
            <a:noAutofit/>
          </a:bodyPr>
          <a:lstStyle/>
          <a:p>
            <a:pPr marL="219330" marR="0" lvl="0" indent="-104775" algn="l" rtl="0">
              <a:lnSpc>
                <a:spcPct val="120000"/>
              </a:lnSpc>
              <a:spcBef>
                <a:spcPts val="0"/>
              </a:spcBef>
              <a:spcAft>
                <a:spcPts val="0"/>
              </a:spcAft>
              <a:buClr>
                <a:schemeClr val="dk1"/>
              </a:buClr>
              <a:buSzPts val="1050"/>
              <a:buFont typeface="Noto Sans Symbols"/>
              <a:buNone/>
            </a:pPr>
            <a:endParaRPr sz="1050" b="0" u="none" strike="noStrike">
              <a:solidFill>
                <a:schemeClr val="dk1"/>
              </a:solidFill>
              <a:latin typeface="+mj-lt"/>
              <a:ea typeface="Calibri"/>
              <a:cs typeface="Calibri"/>
              <a:sym typeface="Calibri"/>
            </a:endParaRPr>
          </a:p>
        </p:txBody>
      </p:sp>
      <p:sp>
        <p:nvSpPr>
          <p:cNvPr id="243" name="Google Shape;243;p9"/>
          <p:cNvSpPr txBox="1"/>
          <p:nvPr/>
        </p:nvSpPr>
        <p:spPr>
          <a:xfrm>
            <a:off x="333360" y="1330263"/>
            <a:ext cx="6780000" cy="3432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Problématique</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Application multi-utilisateur</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Nécessité de contrôler les accès</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Mise en place de l’authentification sur le projet</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Intégration de Spring Security</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Création d’une entité User</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Gestion login / mot de passe</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Gestion des habilitations</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Définition des rôles : ADMIN / USER</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Restriction des routes sensibles vers l’authentification </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Accès différencié selon le profil</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Vérification</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Tests avec comptes distincts</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Contrôle des accès interdits</a:t>
            </a:r>
            <a:endParaRPr dirty="0">
              <a:latin typeface="+mj-lt"/>
            </a:endParaRPr>
          </a:p>
        </p:txBody>
      </p:sp>
      <p:sp>
        <p:nvSpPr>
          <p:cNvPr id="244" name="Google Shape;244;p9"/>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47880" marR="0" lvl="0" indent="-47880" algn="l" rtl="0">
              <a:lnSpc>
                <a:spcPct val="120000"/>
              </a:lnSpc>
              <a:spcBef>
                <a:spcPts val="0"/>
              </a:spcBef>
              <a:spcAft>
                <a:spcPts val="0"/>
              </a:spcAft>
              <a:buClr>
                <a:schemeClr val="accent1"/>
              </a:buClr>
              <a:buSzPts val="1920"/>
              <a:buFont typeface="Noto Sans Symbols"/>
              <a:buChar char="►"/>
            </a:pPr>
            <a:r>
              <a:rPr lang="fr-FR" sz="2400" b="1" i="0" u="none" strike="noStrike" cap="none" dirty="0">
                <a:solidFill>
                  <a:srgbClr val="3F3F3F"/>
                </a:solidFill>
                <a:latin typeface="+mj-lt"/>
                <a:ea typeface="Arial"/>
                <a:cs typeface="Arial"/>
                <a:sym typeface="Arial"/>
              </a:rPr>
              <a:t>Sécurisation d’un service </a:t>
            </a:r>
            <a:endParaRPr sz="2400" b="1" i="0" u="none" strike="noStrike" cap="none" dirty="0">
              <a:solidFill>
                <a:srgbClr val="3F3F3F"/>
              </a:solidFill>
              <a:latin typeface="+mj-lt"/>
              <a:ea typeface="Arial"/>
              <a:cs typeface="Arial"/>
              <a:sym typeface="Arial"/>
            </a:endParaRPr>
          </a:p>
        </p:txBody>
      </p:sp>
      <p:sp>
        <p:nvSpPr>
          <p:cNvPr id="245" name="Google Shape;245;p9"/>
          <p:cNvSpPr/>
          <p:nvPr/>
        </p:nvSpPr>
        <p:spPr>
          <a:xfrm>
            <a:off x="7727795" y="727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Organisation du projet</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46" name="Google Shape;246;p9"/>
          <p:cNvSpPr/>
          <p:nvPr/>
        </p:nvSpPr>
        <p:spPr>
          <a:xfrm>
            <a:off x="7727795" y="4665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Analyse d’un SI</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Modélisation</a:t>
            </a:r>
            <a:endParaRPr>
              <a:latin typeface="+mj-lt"/>
            </a:endParaRPr>
          </a:p>
        </p:txBody>
      </p:sp>
      <p:sp>
        <p:nvSpPr>
          <p:cNvPr id="247" name="Google Shape;247;p9"/>
          <p:cNvSpPr txBox="1"/>
          <p:nvPr/>
        </p:nvSpPr>
        <p:spPr>
          <a:xfrm>
            <a:off x="333350" y="869800"/>
            <a:ext cx="4786200" cy="392385"/>
          </a:xfrm>
          <a:prstGeom prst="rect">
            <a:avLst/>
          </a:prstGeom>
          <a:noFill/>
          <a:ln>
            <a:noFill/>
          </a:ln>
        </p:spPr>
        <p:txBody>
          <a:bodyPr spcFirstLastPara="1" wrap="square" lIns="91425" tIns="91425" rIns="91425" bIns="91425" anchor="t" anchorCtr="0">
            <a:spAutoFit/>
          </a:bodyPr>
          <a:lstStyle/>
          <a:p>
            <a:pPr lvl="0"/>
            <a:r>
              <a:rPr lang="fr-FR" sz="1350" dirty="0">
                <a:solidFill>
                  <a:srgbClr val="3F3F3F"/>
                </a:solidFill>
                <a:latin typeface="+mj-lt"/>
                <a:ea typeface="Trebuchet MS"/>
                <a:cs typeface="Trebuchet MS"/>
                <a:sym typeface="Trebuchet MS"/>
              </a:rPr>
              <a:t>Portfolio-Builder </a:t>
            </a:r>
          </a:p>
        </p:txBody>
      </p:sp>
      <p:pic>
        <p:nvPicPr>
          <p:cNvPr id="248" name="Google Shape;248;p9"/>
          <p:cNvPicPr preferRelativeResize="0"/>
          <p:nvPr/>
        </p:nvPicPr>
        <p:blipFill>
          <a:blip r:embed="rId3">
            <a:alphaModFix/>
          </a:blip>
          <a:stretch>
            <a:fillRect/>
          </a:stretch>
        </p:blipFill>
        <p:spPr>
          <a:xfrm>
            <a:off x="5397300" y="401038"/>
            <a:ext cx="1615950" cy="4742462"/>
          </a:xfrm>
          <a:prstGeom prst="rect">
            <a:avLst/>
          </a:prstGeom>
          <a:noFill/>
          <a:ln>
            <a:noFill/>
          </a:ln>
        </p:spPr>
      </p:pic>
      <p:sp>
        <p:nvSpPr>
          <p:cNvPr id="3" name="ZoneTexte 2">
            <a:extLst>
              <a:ext uri="{FF2B5EF4-FFF2-40B4-BE49-F238E27FC236}">
                <a16:creationId xmlns:a16="http://schemas.microsoft.com/office/drawing/2014/main" id="{4FFA4659-A152-AF38-78D0-B79D8E8895CF}"/>
              </a:ext>
            </a:extLst>
          </p:cNvPr>
          <p:cNvSpPr txBox="1"/>
          <p:nvPr/>
        </p:nvSpPr>
        <p:spPr>
          <a:xfrm>
            <a:off x="4410635" y="4941760"/>
            <a:ext cx="4879602" cy="246221"/>
          </a:xfrm>
          <a:prstGeom prst="rect">
            <a:avLst/>
          </a:prstGeom>
          <a:noFill/>
        </p:spPr>
        <p:txBody>
          <a:bodyPr wrap="square">
            <a:spAutoFit/>
          </a:bodyPr>
          <a:lstStyle/>
          <a:p>
            <a:pPr lvl="0"/>
            <a:r>
              <a:rPr lang="fr-FR" sz="1000" dirty="0">
                <a:latin typeface="+mj-lt"/>
              </a:rPr>
              <a:t>C1.3 Mise en place et vérification des niveaux d'habilitation associés à un service</a:t>
            </a:r>
            <a:endParaRPr lang="fr-FR" sz="1050" dirty="0">
              <a:solidFill>
                <a:srgbClr val="3F3F3F"/>
              </a:solidFill>
              <a:latin typeface="+mj-lt"/>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0"/>
          <p:cNvSpPr/>
          <p:nvPr/>
        </p:nvSpPr>
        <p:spPr>
          <a:xfrm>
            <a:off x="7727795" y="196349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Test et gestion des versions</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55" name="Google Shape;255;p10"/>
          <p:cNvSpPr txBox="1"/>
          <p:nvPr/>
        </p:nvSpPr>
        <p:spPr>
          <a:xfrm>
            <a:off x="333360" y="1509460"/>
            <a:ext cx="6780134" cy="3432333"/>
          </a:xfrm>
          <a:prstGeom prst="rect">
            <a:avLst/>
          </a:prstGeom>
          <a:noFill/>
          <a:ln>
            <a:noFill/>
          </a:ln>
        </p:spPr>
        <p:txBody>
          <a:bodyPr spcFirstLastPara="1" wrap="square" lIns="91425" tIns="45700" rIns="91425" bIns="45700" anchor="t" anchorCtr="0">
            <a:noAutofit/>
          </a:bodyPr>
          <a:lstStyle/>
          <a:p>
            <a:pPr marL="219330" marR="0" lvl="0" indent="-104775" algn="l" rtl="0">
              <a:lnSpc>
                <a:spcPct val="120000"/>
              </a:lnSpc>
              <a:spcBef>
                <a:spcPts val="0"/>
              </a:spcBef>
              <a:spcAft>
                <a:spcPts val="0"/>
              </a:spcAft>
              <a:buClr>
                <a:schemeClr val="dk1"/>
              </a:buClr>
              <a:buSzPts val="1050"/>
              <a:buFont typeface="Noto Sans Symbols"/>
              <a:buNone/>
            </a:pPr>
            <a:endParaRPr sz="1050" b="0" u="none" strike="noStrike">
              <a:solidFill>
                <a:schemeClr val="dk1"/>
              </a:solidFill>
              <a:latin typeface="+mj-lt"/>
              <a:ea typeface="Calibri"/>
              <a:cs typeface="Calibri"/>
              <a:sym typeface="Calibri"/>
            </a:endParaRPr>
          </a:p>
        </p:txBody>
      </p:sp>
      <p:sp>
        <p:nvSpPr>
          <p:cNvPr id="256" name="Google Shape;256;p10"/>
          <p:cNvSpPr txBox="1"/>
          <p:nvPr/>
        </p:nvSpPr>
        <p:spPr>
          <a:xfrm>
            <a:off x="333359" y="1242953"/>
            <a:ext cx="6780134" cy="343233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Objectif</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Sécuriser les évolutions du projet</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Limiter les régressions</a:t>
            </a:r>
            <a:endParaRPr>
              <a:latin typeface="+mj-lt"/>
            </a:endParaRPr>
          </a:p>
          <a:p>
            <a:pPr marL="0" marR="0" lvl="0" indent="0" algn="l" rtl="0">
              <a:spcBef>
                <a:spcPts val="0"/>
              </a:spcBef>
              <a:spcAft>
                <a:spcPts val="0"/>
              </a:spcAft>
              <a:buNone/>
            </a:pPr>
            <a:endParaRPr sz="110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Mise en place des tests</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Création de tests unitaires ciblés</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Vérification des méthodes </a:t>
            </a:r>
            <a:endParaRPr>
              <a:latin typeface="+mj-lt"/>
            </a:endParaRPr>
          </a:p>
          <a:p>
            <a:pPr marL="0" marR="0" lvl="0" indent="0" algn="l" rtl="0">
              <a:spcBef>
                <a:spcPts val="0"/>
              </a:spcBef>
              <a:spcAft>
                <a:spcPts val="0"/>
              </a:spcAft>
              <a:buNone/>
            </a:pPr>
            <a:endParaRPr sz="110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Avant mise en production</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Validation du fonctionnement existant</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Test des nouvelles fonctionnalités</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Contrôle des effets secondaires</a:t>
            </a:r>
            <a:endParaRPr>
              <a:latin typeface="+mj-lt"/>
            </a:endParaRPr>
          </a:p>
          <a:p>
            <a:pPr marL="0" marR="0" lvl="0" indent="0" algn="l" rtl="0">
              <a:spcBef>
                <a:spcPts val="0"/>
              </a:spcBef>
              <a:spcAft>
                <a:spcPts val="0"/>
              </a:spcAft>
              <a:buNone/>
            </a:pPr>
            <a:endParaRPr sz="110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Résultat</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Réduction des erreurs</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Fiabilité accrue du service</a:t>
            </a:r>
            <a:endParaRPr>
              <a:latin typeface="+mj-lt"/>
            </a:endParaRPr>
          </a:p>
        </p:txBody>
      </p:sp>
      <p:sp>
        <p:nvSpPr>
          <p:cNvPr id="257" name="Google Shape;257;p10"/>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47880" marR="0" lvl="0" indent="-47880" algn="l" rtl="0">
              <a:lnSpc>
                <a:spcPct val="120000"/>
              </a:lnSpc>
              <a:spcBef>
                <a:spcPts val="0"/>
              </a:spcBef>
              <a:spcAft>
                <a:spcPts val="0"/>
              </a:spcAft>
              <a:buClr>
                <a:schemeClr val="accent1"/>
              </a:buClr>
              <a:buSzPts val="1920"/>
              <a:buFont typeface="Noto Sans Symbols"/>
              <a:buChar char="►"/>
            </a:pPr>
            <a:r>
              <a:rPr lang="fr-FR" sz="2400" b="1" i="0" u="none" strike="noStrike" cap="none" dirty="0">
                <a:solidFill>
                  <a:srgbClr val="3F3F3F"/>
                </a:solidFill>
                <a:latin typeface="+mj-lt"/>
                <a:ea typeface="Arial"/>
                <a:cs typeface="Arial"/>
                <a:sym typeface="Arial"/>
              </a:rPr>
              <a:t>Contrôle qualité et tests unitaires</a:t>
            </a:r>
            <a:endParaRPr sz="2400" b="1" i="0" u="none" strike="noStrike" cap="none" dirty="0">
              <a:solidFill>
                <a:srgbClr val="3F3F3F"/>
              </a:solidFill>
              <a:latin typeface="+mj-lt"/>
              <a:ea typeface="Arial"/>
              <a:cs typeface="Arial"/>
              <a:sym typeface="Arial"/>
            </a:endParaRPr>
          </a:p>
        </p:txBody>
      </p:sp>
      <p:sp>
        <p:nvSpPr>
          <p:cNvPr id="258" name="Google Shape;258;p10"/>
          <p:cNvSpPr/>
          <p:nvPr/>
        </p:nvSpPr>
        <p:spPr>
          <a:xfrm>
            <a:off x="7727795" y="1384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Développement</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Logiciel</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59" name="Google Shape;259;p10"/>
          <p:cNvSpPr/>
          <p:nvPr/>
        </p:nvSpPr>
        <p:spPr>
          <a:xfrm>
            <a:off x="7727795" y="727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Organisation du projet</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60" name="Google Shape;260;p10"/>
          <p:cNvSpPr/>
          <p:nvPr/>
        </p:nvSpPr>
        <p:spPr>
          <a:xfrm>
            <a:off x="7727795" y="4665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Analyse d’un SI</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Modélisation</a:t>
            </a:r>
            <a:endParaRPr>
              <a:latin typeface="+mj-lt"/>
            </a:endParaRPr>
          </a:p>
        </p:txBody>
      </p:sp>
      <p:sp>
        <p:nvSpPr>
          <p:cNvPr id="261" name="Google Shape;261;p10"/>
          <p:cNvSpPr txBox="1"/>
          <p:nvPr/>
        </p:nvSpPr>
        <p:spPr>
          <a:xfrm>
            <a:off x="333350" y="869800"/>
            <a:ext cx="4786200" cy="39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350" dirty="0" err="1">
                <a:solidFill>
                  <a:srgbClr val="3F3F3F"/>
                </a:solidFill>
                <a:latin typeface="+mj-lt"/>
                <a:ea typeface="Trebuchet MS"/>
                <a:cs typeface="Trebuchet MS"/>
                <a:sym typeface="Trebuchet MS"/>
              </a:rPr>
              <a:t>TestDriven</a:t>
            </a:r>
            <a:r>
              <a:rPr lang="fr-FR" sz="1350" dirty="0">
                <a:solidFill>
                  <a:srgbClr val="3F3F3F"/>
                </a:solidFill>
                <a:latin typeface="+mj-lt"/>
                <a:ea typeface="Trebuchet MS"/>
                <a:cs typeface="Trebuchet MS"/>
                <a:sym typeface="Trebuchet MS"/>
              </a:rPr>
              <a:t> Mise a disposition des utilisateurs d’un service </a:t>
            </a:r>
            <a:endParaRPr sz="1350" dirty="0">
              <a:solidFill>
                <a:srgbClr val="3F3F3F"/>
              </a:solidFill>
              <a:latin typeface="+mj-lt"/>
              <a:ea typeface="Trebuchet MS"/>
              <a:cs typeface="Trebuchet MS"/>
              <a:sym typeface="Trebuchet MS"/>
            </a:endParaRPr>
          </a:p>
        </p:txBody>
      </p:sp>
      <p:sp>
        <p:nvSpPr>
          <p:cNvPr id="3" name="ZoneTexte 2">
            <a:extLst>
              <a:ext uri="{FF2B5EF4-FFF2-40B4-BE49-F238E27FC236}">
                <a16:creationId xmlns:a16="http://schemas.microsoft.com/office/drawing/2014/main" id="{6D8A94BB-173B-84B2-6D15-538C4C83F657}"/>
              </a:ext>
            </a:extLst>
          </p:cNvPr>
          <p:cNvSpPr txBox="1"/>
          <p:nvPr/>
        </p:nvSpPr>
        <p:spPr>
          <a:xfrm>
            <a:off x="5359042" y="4897279"/>
            <a:ext cx="4123206" cy="246221"/>
          </a:xfrm>
          <a:prstGeom prst="rect">
            <a:avLst/>
          </a:prstGeom>
          <a:noFill/>
        </p:spPr>
        <p:txBody>
          <a:bodyPr wrap="square">
            <a:spAutoFit/>
          </a:bodyPr>
          <a:lstStyle/>
          <a:p>
            <a:r>
              <a:rPr lang="fr-FR" sz="1000" dirty="0">
                <a:latin typeface="+mj-lt"/>
              </a:rPr>
              <a:t>C5.1 Test d'intégration et d'acceptation d'un service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1"/>
          <p:cNvSpPr/>
          <p:nvPr/>
        </p:nvSpPr>
        <p:spPr>
          <a:xfrm>
            <a:off x="7727795" y="2605203"/>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Mise à Disposition des utilisateurs</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68" name="Google Shape;268;p11"/>
          <p:cNvSpPr txBox="1"/>
          <p:nvPr/>
        </p:nvSpPr>
        <p:spPr>
          <a:xfrm>
            <a:off x="333360" y="1509460"/>
            <a:ext cx="6780134" cy="3432333"/>
          </a:xfrm>
          <a:prstGeom prst="rect">
            <a:avLst/>
          </a:prstGeom>
          <a:noFill/>
          <a:ln>
            <a:noFill/>
          </a:ln>
        </p:spPr>
        <p:txBody>
          <a:bodyPr spcFirstLastPara="1" wrap="square" lIns="91425" tIns="45700" rIns="91425" bIns="45700" anchor="t" anchorCtr="0">
            <a:noAutofit/>
          </a:bodyPr>
          <a:lstStyle/>
          <a:p>
            <a:pPr marL="219330" marR="0" lvl="0" indent="-104775" algn="l" rtl="0">
              <a:lnSpc>
                <a:spcPct val="120000"/>
              </a:lnSpc>
              <a:spcBef>
                <a:spcPts val="0"/>
              </a:spcBef>
              <a:spcAft>
                <a:spcPts val="0"/>
              </a:spcAft>
              <a:buClr>
                <a:schemeClr val="dk1"/>
              </a:buClr>
              <a:buSzPts val="1050"/>
              <a:buFont typeface="Noto Sans Symbols"/>
              <a:buNone/>
            </a:pPr>
            <a:endParaRPr sz="1050" b="0" u="none" strike="noStrike">
              <a:solidFill>
                <a:schemeClr val="dk1"/>
              </a:solidFill>
              <a:latin typeface="+mj-lt"/>
              <a:ea typeface="Calibri"/>
              <a:cs typeface="Calibri"/>
              <a:sym typeface="Calibri"/>
            </a:endParaRPr>
          </a:p>
        </p:txBody>
      </p:sp>
      <p:sp>
        <p:nvSpPr>
          <p:cNvPr id="269" name="Google Shape;269;p11"/>
          <p:cNvSpPr txBox="1"/>
          <p:nvPr/>
        </p:nvSpPr>
        <p:spPr>
          <a:xfrm>
            <a:off x="333360" y="1384314"/>
            <a:ext cx="6780134" cy="343233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Préparation du déploiement</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Création d’une procédure d’utilisation</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Rédaction d’une procédure de mise à jour</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Documentation simplifiée</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Présentation du service</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Démonstration en réunion</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Explication des fonctionnalités</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Recueil des retours utilisateurs</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Formation individualisée</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Accompagnement en tête-à-tête</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Mise en situation réelle</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Adaptation au niveau de l’utilisateur</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Objectif</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Assurer l’appropriation du service</a:t>
            </a:r>
            <a:endParaRPr dirty="0">
              <a:latin typeface="+mj-lt"/>
            </a:endParaRPr>
          </a:p>
          <a:p>
            <a:pPr marL="0" marR="0" lvl="0" indent="0" algn="l" rtl="0">
              <a:spcBef>
                <a:spcPts val="0"/>
              </a:spcBef>
              <a:spcAft>
                <a:spcPts val="0"/>
              </a:spcAft>
              <a:buNone/>
            </a:pPr>
            <a:r>
              <a:rPr lang="fr-FR" sz="1100" dirty="0">
                <a:solidFill>
                  <a:schemeClr val="dk1"/>
                </a:solidFill>
                <a:latin typeface="+mj-lt"/>
                <a:ea typeface="Trebuchet MS"/>
                <a:cs typeface="Trebuchet MS"/>
                <a:sym typeface="Trebuchet MS"/>
              </a:rPr>
              <a:t>	Garantir l’autonomie progressive</a:t>
            </a:r>
            <a:endParaRPr dirty="0">
              <a:latin typeface="+mj-lt"/>
            </a:endParaRPr>
          </a:p>
          <a:p>
            <a:pPr marL="0" marR="0" lvl="0" indent="0" algn="l" rtl="0">
              <a:spcBef>
                <a:spcPts val="0"/>
              </a:spcBef>
              <a:spcAft>
                <a:spcPts val="0"/>
              </a:spcAft>
              <a:buNone/>
            </a:pPr>
            <a:endParaRPr sz="1100" dirty="0">
              <a:solidFill>
                <a:schemeClr val="dk1"/>
              </a:solidFill>
              <a:latin typeface="+mj-lt"/>
              <a:ea typeface="Trebuchet MS"/>
              <a:cs typeface="Trebuchet MS"/>
              <a:sym typeface="Trebuchet MS"/>
            </a:endParaRPr>
          </a:p>
        </p:txBody>
      </p:sp>
      <p:sp>
        <p:nvSpPr>
          <p:cNvPr id="270" name="Google Shape;270;p11"/>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47880" marR="0" lvl="0" indent="-47880" algn="l" rtl="0">
              <a:lnSpc>
                <a:spcPct val="120000"/>
              </a:lnSpc>
              <a:spcBef>
                <a:spcPts val="0"/>
              </a:spcBef>
              <a:spcAft>
                <a:spcPts val="0"/>
              </a:spcAft>
              <a:buClr>
                <a:schemeClr val="accent1"/>
              </a:buClr>
              <a:buSzPts val="1920"/>
              <a:buFont typeface="Noto Sans Symbols"/>
              <a:buChar char="►"/>
            </a:pPr>
            <a:r>
              <a:rPr lang="fr-FR" sz="2400" b="1" i="0" u="none" strike="noStrike" cap="none" dirty="0">
                <a:solidFill>
                  <a:srgbClr val="3F3F3F"/>
                </a:solidFill>
                <a:latin typeface="+mj-lt"/>
                <a:ea typeface="Arial"/>
                <a:cs typeface="Arial"/>
                <a:sym typeface="Arial"/>
              </a:rPr>
              <a:t>Mise à disposition et formation des utilisateurs</a:t>
            </a:r>
            <a:endParaRPr sz="2400" b="1" i="0" u="none" strike="noStrike" cap="none" dirty="0">
              <a:solidFill>
                <a:srgbClr val="3F3F3F"/>
              </a:solidFill>
              <a:latin typeface="+mj-lt"/>
              <a:ea typeface="Arial"/>
              <a:cs typeface="Arial"/>
              <a:sym typeface="Arial"/>
            </a:endParaRPr>
          </a:p>
        </p:txBody>
      </p:sp>
      <p:sp>
        <p:nvSpPr>
          <p:cNvPr id="271" name="Google Shape;271;p11"/>
          <p:cNvSpPr/>
          <p:nvPr/>
        </p:nvSpPr>
        <p:spPr>
          <a:xfrm>
            <a:off x="7727795" y="196349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Test et gestion des versions</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72" name="Google Shape;272;p11"/>
          <p:cNvSpPr/>
          <p:nvPr/>
        </p:nvSpPr>
        <p:spPr>
          <a:xfrm>
            <a:off x="7727795" y="1384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Développement</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Logiciel</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73" name="Google Shape;273;p11"/>
          <p:cNvSpPr/>
          <p:nvPr/>
        </p:nvSpPr>
        <p:spPr>
          <a:xfrm>
            <a:off x="7727795" y="727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Organisation du projet</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74" name="Google Shape;274;p11"/>
          <p:cNvSpPr/>
          <p:nvPr/>
        </p:nvSpPr>
        <p:spPr>
          <a:xfrm>
            <a:off x="7727795" y="4665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Analyse d’un SI</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Modélisation</a:t>
            </a:r>
            <a:endParaRPr>
              <a:latin typeface="+mj-lt"/>
            </a:endParaRPr>
          </a:p>
        </p:txBody>
      </p:sp>
      <p:pic>
        <p:nvPicPr>
          <p:cNvPr id="275" name="Google Shape;275;p11"/>
          <p:cNvPicPr preferRelativeResize="0"/>
          <p:nvPr/>
        </p:nvPicPr>
        <p:blipFill>
          <a:blip r:embed="rId3">
            <a:alphaModFix/>
          </a:blip>
          <a:stretch>
            <a:fillRect/>
          </a:stretch>
        </p:blipFill>
        <p:spPr>
          <a:xfrm>
            <a:off x="5267860" y="868779"/>
            <a:ext cx="1390650" cy="866775"/>
          </a:xfrm>
          <a:prstGeom prst="rect">
            <a:avLst/>
          </a:prstGeom>
          <a:noFill/>
          <a:ln>
            <a:noFill/>
          </a:ln>
        </p:spPr>
      </p:pic>
      <p:pic>
        <p:nvPicPr>
          <p:cNvPr id="276" name="Google Shape;276;p11"/>
          <p:cNvPicPr preferRelativeResize="0"/>
          <p:nvPr/>
        </p:nvPicPr>
        <p:blipFill>
          <a:blip r:embed="rId4">
            <a:alphaModFix/>
          </a:blip>
          <a:stretch>
            <a:fillRect/>
          </a:stretch>
        </p:blipFill>
        <p:spPr>
          <a:xfrm>
            <a:off x="4984265" y="1673755"/>
            <a:ext cx="2129229" cy="3084200"/>
          </a:xfrm>
          <a:prstGeom prst="rect">
            <a:avLst/>
          </a:prstGeom>
          <a:noFill/>
          <a:ln>
            <a:noFill/>
          </a:ln>
        </p:spPr>
      </p:pic>
      <p:sp>
        <p:nvSpPr>
          <p:cNvPr id="277" name="Google Shape;277;p11"/>
          <p:cNvSpPr txBox="1"/>
          <p:nvPr/>
        </p:nvSpPr>
        <p:spPr>
          <a:xfrm>
            <a:off x="333350" y="869800"/>
            <a:ext cx="4786200" cy="39238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350" dirty="0">
                <a:solidFill>
                  <a:srgbClr val="3F3F3F"/>
                </a:solidFill>
                <a:latin typeface="+mj-lt"/>
                <a:ea typeface="Trebuchet MS"/>
                <a:cs typeface="Trebuchet MS"/>
                <a:sym typeface="Trebuchet MS"/>
              </a:rPr>
              <a:t>mini-logiciel Excel, génération de fiche d’intervention</a:t>
            </a:r>
          </a:p>
        </p:txBody>
      </p:sp>
      <p:sp>
        <p:nvSpPr>
          <p:cNvPr id="3" name="ZoneTexte 2">
            <a:extLst>
              <a:ext uri="{FF2B5EF4-FFF2-40B4-BE49-F238E27FC236}">
                <a16:creationId xmlns:a16="http://schemas.microsoft.com/office/drawing/2014/main" id="{9214F17D-FFB2-2757-B66F-AA758BFBA8FF}"/>
              </a:ext>
            </a:extLst>
          </p:cNvPr>
          <p:cNvSpPr txBox="1"/>
          <p:nvPr/>
        </p:nvSpPr>
        <p:spPr>
          <a:xfrm>
            <a:off x="5508252" y="4922250"/>
            <a:ext cx="4575362" cy="261610"/>
          </a:xfrm>
          <a:prstGeom prst="rect">
            <a:avLst/>
          </a:prstGeom>
          <a:noFill/>
        </p:spPr>
        <p:txBody>
          <a:bodyPr wrap="square">
            <a:spAutoFit/>
          </a:bodyPr>
          <a:lstStyle/>
          <a:p>
            <a:pPr lvl="0"/>
            <a:r>
              <a:rPr lang="fr-FR" sz="1050" dirty="0">
                <a:latin typeface="+mj-lt"/>
              </a:rPr>
              <a:t>C2.3 Traitement des demandes concernant les applications</a:t>
            </a:r>
            <a:endParaRPr lang="fr-FR" sz="1100" dirty="0">
              <a:solidFill>
                <a:srgbClr val="3F3F3F"/>
              </a:solidFill>
              <a:latin typeface="+mj-lt"/>
              <a:ea typeface="Trebuchet MS"/>
              <a:cs typeface="Trebuchet MS"/>
              <a:sym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2"/>
          <p:cNvSpPr txBox="1"/>
          <p:nvPr/>
        </p:nvSpPr>
        <p:spPr>
          <a:xfrm>
            <a:off x="333359" y="844668"/>
            <a:ext cx="8060365" cy="424691"/>
          </a:xfrm>
          <a:prstGeom prst="rect">
            <a:avLst/>
          </a:prstGeom>
          <a:noFill/>
          <a:ln>
            <a:noFill/>
          </a:ln>
        </p:spPr>
        <p:txBody>
          <a:bodyPr spcFirstLastPara="1" wrap="square" lIns="91425" tIns="45700" rIns="91425" bIns="45700" anchor="t" anchorCtr="0">
            <a:spAutoFit/>
          </a:bodyPr>
          <a:lstStyle/>
          <a:p>
            <a:pPr marL="47880" marR="0" lvl="0" indent="0" algn="l" rtl="0">
              <a:lnSpc>
                <a:spcPct val="120000"/>
              </a:lnSpc>
              <a:spcBef>
                <a:spcPts val="0"/>
              </a:spcBef>
              <a:spcAft>
                <a:spcPts val="0"/>
              </a:spcAft>
              <a:buNone/>
            </a:pPr>
            <a:r>
              <a:rPr lang="fr-FR" sz="1800">
                <a:solidFill>
                  <a:schemeClr val="dk1"/>
                </a:solidFill>
                <a:latin typeface="+mj-lt"/>
                <a:ea typeface="Arial"/>
                <a:cs typeface="Arial"/>
                <a:sym typeface="Arial"/>
              </a:rPr>
              <a:t>Assurer la pérennité de l’ESAT, et notre rôle d’établissement novateur</a:t>
            </a:r>
            <a:endParaRPr sz="1800" u="none" strike="noStrike">
              <a:solidFill>
                <a:schemeClr val="dk1"/>
              </a:solidFill>
              <a:latin typeface="+mj-lt"/>
              <a:ea typeface="Arial"/>
              <a:cs typeface="Arial"/>
              <a:sym typeface="Arial"/>
            </a:endParaRPr>
          </a:p>
        </p:txBody>
      </p:sp>
      <p:sp>
        <p:nvSpPr>
          <p:cNvPr id="284" name="Google Shape;284;p12"/>
          <p:cNvSpPr txBox="1"/>
          <p:nvPr/>
        </p:nvSpPr>
        <p:spPr>
          <a:xfrm>
            <a:off x="333360" y="1509460"/>
            <a:ext cx="6780134" cy="3432333"/>
          </a:xfrm>
          <a:prstGeom prst="rect">
            <a:avLst/>
          </a:prstGeom>
          <a:noFill/>
          <a:ln>
            <a:noFill/>
          </a:ln>
        </p:spPr>
        <p:txBody>
          <a:bodyPr spcFirstLastPara="1" wrap="square" lIns="91425" tIns="45700" rIns="91425" bIns="45700" anchor="t" anchorCtr="0">
            <a:noAutofit/>
          </a:bodyPr>
          <a:lstStyle/>
          <a:p>
            <a:pPr marL="219330" marR="0" lvl="0" indent="-104775" algn="l" rtl="0">
              <a:lnSpc>
                <a:spcPct val="120000"/>
              </a:lnSpc>
              <a:spcBef>
                <a:spcPts val="0"/>
              </a:spcBef>
              <a:spcAft>
                <a:spcPts val="0"/>
              </a:spcAft>
              <a:buClr>
                <a:schemeClr val="dk1"/>
              </a:buClr>
              <a:buSzPts val="1050"/>
              <a:buFont typeface="Noto Sans Symbols"/>
              <a:buNone/>
            </a:pPr>
            <a:endParaRPr sz="1050" b="0" u="none" strike="noStrike">
              <a:solidFill>
                <a:schemeClr val="dk1"/>
              </a:solidFill>
              <a:latin typeface="+mj-lt"/>
              <a:ea typeface="Calibri"/>
              <a:cs typeface="Calibri"/>
              <a:sym typeface="Calibri"/>
            </a:endParaRPr>
          </a:p>
        </p:txBody>
      </p:sp>
      <p:sp>
        <p:nvSpPr>
          <p:cNvPr id="285" name="Google Shape;285;p12"/>
          <p:cNvSpPr txBox="1"/>
          <p:nvPr/>
        </p:nvSpPr>
        <p:spPr>
          <a:xfrm>
            <a:off x="325544" y="1509460"/>
            <a:ext cx="6780134" cy="343233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Contexte</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Communication centralisée par la Fondation</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Service communication en restructuration</a:t>
            </a:r>
            <a:endParaRPr>
              <a:latin typeface="+mj-lt"/>
            </a:endParaRPr>
          </a:p>
          <a:p>
            <a:pPr marL="0" marR="0" lvl="0" indent="0" algn="l" rtl="0">
              <a:spcBef>
                <a:spcPts val="0"/>
              </a:spcBef>
              <a:spcAft>
                <a:spcPts val="0"/>
              </a:spcAft>
              <a:buNone/>
            </a:pPr>
            <a:endParaRPr sz="110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Action locale</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Participation à la stratégie LinkedIn du directeur</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Analyse des cibles : médico-social / entreprises</a:t>
            </a:r>
            <a:endParaRPr>
              <a:latin typeface="+mj-lt"/>
            </a:endParaRPr>
          </a:p>
          <a:p>
            <a:pPr marL="0" marR="0" lvl="0" indent="0" algn="l" rtl="0">
              <a:spcBef>
                <a:spcPts val="0"/>
              </a:spcBef>
              <a:spcAft>
                <a:spcPts val="0"/>
              </a:spcAft>
              <a:buNone/>
            </a:pPr>
            <a:endParaRPr sz="110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Objectifs de communication</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Valoriser les pratiques professionnelles</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Mettre en avant les compétences des usagers</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Attirer de nouveaux partenaires</a:t>
            </a:r>
            <a:endParaRPr>
              <a:latin typeface="+mj-lt"/>
            </a:endParaRPr>
          </a:p>
          <a:p>
            <a:pPr marL="0" marR="0" lvl="0" indent="0" algn="l" rtl="0">
              <a:spcBef>
                <a:spcPts val="0"/>
              </a:spcBef>
              <a:spcAft>
                <a:spcPts val="0"/>
              </a:spcAft>
              <a:buNone/>
            </a:pPr>
            <a:endParaRPr sz="1100">
              <a:solidFill>
                <a:schemeClr val="dk1"/>
              </a:solidFill>
              <a:latin typeface="+mj-lt"/>
              <a:ea typeface="Trebuchet MS"/>
              <a:cs typeface="Trebuchet MS"/>
              <a:sym typeface="Trebuchet MS"/>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Cadre juridique</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Vote interne du personnel</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Consentement écrit des personnes affichées</a:t>
            </a:r>
            <a:endParaRPr>
              <a:latin typeface="+mj-lt"/>
            </a:endParaRPr>
          </a:p>
          <a:p>
            <a:pPr marL="0" marR="0" lvl="0" indent="0" algn="l" rtl="0">
              <a:spcBef>
                <a:spcPts val="0"/>
              </a:spcBef>
              <a:spcAft>
                <a:spcPts val="0"/>
              </a:spcAft>
              <a:buNone/>
            </a:pPr>
            <a:r>
              <a:rPr lang="fr-FR" sz="1100">
                <a:solidFill>
                  <a:schemeClr val="dk1"/>
                </a:solidFill>
                <a:latin typeface="+mj-lt"/>
                <a:ea typeface="Trebuchet MS"/>
                <a:cs typeface="Trebuchet MS"/>
                <a:sym typeface="Trebuchet MS"/>
              </a:rPr>
              <a:t>	Respect du droit à l’image</a:t>
            </a:r>
            <a:endParaRPr>
              <a:latin typeface="+mj-lt"/>
            </a:endParaRPr>
          </a:p>
          <a:p>
            <a:pPr marL="0" marR="0" lvl="0" indent="0" algn="l" rtl="0">
              <a:spcBef>
                <a:spcPts val="0"/>
              </a:spcBef>
              <a:spcAft>
                <a:spcPts val="0"/>
              </a:spcAft>
              <a:buNone/>
            </a:pPr>
            <a:endParaRPr sz="1100">
              <a:solidFill>
                <a:schemeClr val="dk1"/>
              </a:solidFill>
              <a:latin typeface="+mj-lt"/>
              <a:ea typeface="Trebuchet MS"/>
              <a:cs typeface="Trebuchet MS"/>
              <a:sym typeface="Trebuchet MS"/>
            </a:endParaRPr>
          </a:p>
        </p:txBody>
      </p:sp>
      <p:sp>
        <p:nvSpPr>
          <p:cNvPr id="286" name="Google Shape;286;p12"/>
          <p:cNvSpPr txBox="1">
            <a:spLocks noGrp="1"/>
          </p:cNvSpPr>
          <p:nvPr>
            <p:ph type="title"/>
          </p:nvPr>
        </p:nvSpPr>
        <p:spPr>
          <a:xfrm>
            <a:off x="333359" y="314280"/>
            <a:ext cx="7963475" cy="657000"/>
          </a:xfrm>
          <a:prstGeom prst="rect">
            <a:avLst/>
          </a:prstGeom>
          <a:noFill/>
          <a:ln>
            <a:noFill/>
          </a:ln>
        </p:spPr>
        <p:txBody>
          <a:bodyPr spcFirstLastPara="1" wrap="square" lIns="91425" tIns="91425" rIns="91425" bIns="91425" anchor="t" anchorCtr="0">
            <a:noAutofit/>
          </a:bodyPr>
          <a:lstStyle/>
          <a:p>
            <a:pPr marL="714375" marR="0" lvl="0" indent="-457200" algn="l" rtl="0">
              <a:lnSpc>
                <a:spcPct val="90000"/>
              </a:lnSpc>
              <a:spcBef>
                <a:spcPts val="0"/>
              </a:spcBef>
              <a:spcAft>
                <a:spcPts val="0"/>
              </a:spcAft>
              <a:buClr>
                <a:schemeClr val="accent1"/>
              </a:buClr>
              <a:buSzPts val="1920"/>
              <a:buFont typeface="Noto Sans Symbols"/>
              <a:buChar char="►"/>
            </a:pPr>
            <a:r>
              <a:rPr lang="fr-FR" sz="2400" b="1" i="0" u="none" strike="noStrike" cap="none" dirty="0">
                <a:solidFill>
                  <a:schemeClr val="dk1"/>
                </a:solidFill>
                <a:latin typeface="+mj-lt"/>
                <a:ea typeface="Arial Rounded"/>
                <a:cs typeface="Arial Rounded"/>
                <a:sym typeface="Arial Rounded"/>
              </a:rPr>
              <a:t>Communication et valorisation de l’ESAT</a:t>
            </a:r>
            <a:endParaRPr sz="2400" b="1" i="0" u="none" strike="noStrike" cap="none" dirty="0">
              <a:solidFill>
                <a:schemeClr val="dk1"/>
              </a:solidFill>
              <a:latin typeface="+mj-lt"/>
              <a:ea typeface="Arial Rounded"/>
              <a:cs typeface="Arial Rounded"/>
              <a:sym typeface="Arial Rounded"/>
            </a:endParaRPr>
          </a:p>
        </p:txBody>
      </p:sp>
      <p:sp>
        <p:nvSpPr>
          <p:cNvPr id="287" name="Google Shape;287;p12"/>
          <p:cNvSpPr/>
          <p:nvPr/>
        </p:nvSpPr>
        <p:spPr>
          <a:xfrm>
            <a:off x="7727795" y="2605203"/>
            <a:ext cx="1282391" cy="93091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Mise à Disposition des utilisateurs</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88" name="Google Shape;288;p12"/>
          <p:cNvSpPr/>
          <p:nvPr/>
        </p:nvSpPr>
        <p:spPr>
          <a:xfrm>
            <a:off x="7727795" y="196349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Test et gestion des versions</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89" name="Google Shape;289;p12"/>
          <p:cNvSpPr/>
          <p:nvPr/>
        </p:nvSpPr>
        <p:spPr>
          <a:xfrm>
            <a:off x="7727795" y="1384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Développement</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Logiciel</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90" name="Google Shape;290;p12"/>
          <p:cNvSpPr/>
          <p:nvPr/>
        </p:nvSpPr>
        <p:spPr>
          <a:xfrm>
            <a:off x="7727795" y="727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Organisation du projet</a:t>
            </a:r>
            <a:endParaRPr>
              <a:latin typeface="+mj-lt"/>
            </a:endParaRPr>
          </a:p>
          <a:p>
            <a:pPr marL="0" marR="0" lvl="0" indent="0" algn="ctr" rtl="0">
              <a:spcBef>
                <a:spcPts val="0"/>
              </a:spcBef>
              <a:spcAft>
                <a:spcPts val="0"/>
              </a:spcAft>
              <a:buNone/>
            </a:pPr>
            <a:endParaRPr sz="1100">
              <a:solidFill>
                <a:schemeClr val="lt1"/>
              </a:solidFill>
              <a:latin typeface="+mj-lt"/>
              <a:ea typeface="Trebuchet MS"/>
              <a:cs typeface="Trebuchet MS"/>
              <a:sym typeface="Trebuchet MS"/>
            </a:endParaRPr>
          </a:p>
        </p:txBody>
      </p:sp>
      <p:sp>
        <p:nvSpPr>
          <p:cNvPr id="291" name="Google Shape;291;p12"/>
          <p:cNvSpPr/>
          <p:nvPr/>
        </p:nvSpPr>
        <p:spPr>
          <a:xfrm>
            <a:off x="7727795" y="4665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Analyse d’un SI</a:t>
            </a:r>
            <a:endParaRPr>
              <a:latin typeface="+mj-lt"/>
            </a:endParaRPr>
          </a:p>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Modélisation</a:t>
            </a:r>
            <a:endParaRPr>
              <a:latin typeface="+mj-lt"/>
            </a:endParaRPr>
          </a:p>
        </p:txBody>
      </p:sp>
      <p:sp>
        <p:nvSpPr>
          <p:cNvPr id="292" name="Google Shape;292;p12"/>
          <p:cNvSpPr/>
          <p:nvPr/>
        </p:nvSpPr>
        <p:spPr>
          <a:xfrm>
            <a:off x="7727795" y="3593042"/>
            <a:ext cx="1282391" cy="823144"/>
          </a:xfrm>
          <a:prstGeom prst="flowChartOffpageConnector">
            <a:avLst/>
          </a:prstGeom>
          <a:solidFill>
            <a:srgbClr val="F39BC7"/>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j-lt"/>
                <a:ea typeface="Trebuchet MS"/>
                <a:cs typeface="Trebuchet MS"/>
                <a:sym typeface="Trebuchet MS"/>
              </a:rPr>
              <a:t>Communication</a:t>
            </a:r>
            <a:endParaRPr>
              <a:latin typeface="+mj-lt"/>
            </a:endParaRPr>
          </a:p>
        </p:txBody>
      </p:sp>
      <p:sp>
        <p:nvSpPr>
          <p:cNvPr id="3" name="ZoneTexte 2">
            <a:extLst>
              <a:ext uri="{FF2B5EF4-FFF2-40B4-BE49-F238E27FC236}">
                <a16:creationId xmlns:a16="http://schemas.microsoft.com/office/drawing/2014/main" id="{9FCCF8A8-0EDF-F90E-7524-F3A180EE0300}"/>
              </a:ext>
            </a:extLst>
          </p:cNvPr>
          <p:cNvSpPr txBox="1"/>
          <p:nvPr/>
        </p:nvSpPr>
        <p:spPr>
          <a:xfrm>
            <a:off x="4647640" y="4770201"/>
            <a:ext cx="4575362" cy="400110"/>
          </a:xfrm>
          <a:prstGeom prst="rect">
            <a:avLst/>
          </a:prstGeom>
          <a:noFill/>
        </p:spPr>
        <p:txBody>
          <a:bodyPr wrap="square">
            <a:spAutoFit/>
          </a:bodyPr>
          <a:lstStyle/>
          <a:p>
            <a:r>
              <a:rPr lang="fr-FR" sz="1000" dirty="0">
                <a:latin typeface="+mj-lt"/>
              </a:rPr>
              <a:t>C3.1 Participation à la valorisation de l'image de l'organisation sur les médias numériques en tenant compte du cadre juridique et des enjeux économiques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3"/>
          <p:cNvSpPr/>
          <p:nvPr/>
        </p:nvSpPr>
        <p:spPr>
          <a:xfrm>
            <a:off x="7720932" y="4133880"/>
            <a:ext cx="1282391" cy="1009620"/>
          </a:xfrm>
          <a:prstGeom prst="flowChartOffpageConnector">
            <a:avLst/>
          </a:prstGeom>
          <a:solidFill>
            <a:srgbClr val="F39BC7"/>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n-lt"/>
                <a:ea typeface="Trebuchet MS"/>
                <a:cs typeface="Trebuchet MS"/>
                <a:sym typeface="Trebuchet MS"/>
              </a:rPr>
              <a:t>Développement de compétence individuelle</a:t>
            </a:r>
            <a:endParaRPr>
              <a:latin typeface="+mn-lt"/>
            </a:endParaRPr>
          </a:p>
        </p:txBody>
      </p:sp>
      <p:sp>
        <p:nvSpPr>
          <p:cNvPr id="299" name="Google Shape;299;p13"/>
          <p:cNvSpPr/>
          <p:nvPr/>
        </p:nvSpPr>
        <p:spPr>
          <a:xfrm>
            <a:off x="-428760" y="4257720"/>
            <a:ext cx="3228480" cy="3536977"/>
          </a:xfrm>
          <a:prstGeom prst="rect">
            <a:avLst/>
          </a:prstGeom>
          <a:noFill/>
          <a:ln>
            <a:noFill/>
          </a:ln>
        </p:spPr>
        <p:txBody>
          <a:bodyPr spcFirstLastPara="1" wrap="square" lIns="870823075" tIns="1614225" rIns="870823075" bIns="1614225" anchor="t" anchorCtr="0">
            <a:spAutoFit/>
          </a:bodyPr>
          <a:lstStyle/>
          <a:p>
            <a:pPr marL="0" marR="0" lvl="0" indent="0" algn="ctr" rtl="0">
              <a:lnSpc>
                <a:spcPct val="100000"/>
              </a:lnSpc>
              <a:spcBef>
                <a:spcPts val="0"/>
              </a:spcBef>
              <a:spcAft>
                <a:spcPts val="0"/>
              </a:spcAft>
              <a:buNone/>
            </a:pPr>
            <a:endParaRPr sz="1800" b="0" u="none" strike="noStrike">
              <a:solidFill>
                <a:schemeClr val="dk1"/>
              </a:solidFill>
              <a:latin typeface="+mn-lt"/>
              <a:ea typeface="Arial"/>
              <a:cs typeface="Arial"/>
              <a:sym typeface="Arial"/>
            </a:endParaRPr>
          </a:p>
        </p:txBody>
      </p:sp>
      <p:sp>
        <p:nvSpPr>
          <p:cNvPr id="300" name="Google Shape;300;p13"/>
          <p:cNvSpPr/>
          <p:nvPr/>
        </p:nvSpPr>
        <p:spPr>
          <a:xfrm>
            <a:off x="1676520" y="4448160"/>
            <a:ext cx="2238120" cy="2537309"/>
          </a:xfrm>
          <a:prstGeom prst="rect">
            <a:avLst/>
          </a:prstGeom>
          <a:noFill/>
          <a:ln>
            <a:noFill/>
          </a:ln>
        </p:spPr>
        <p:txBody>
          <a:bodyPr spcFirstLastPara="1" wrap="square" lIns="870823075" tIns="1119225" rIns="870823075" bIns="1119225" anchor="t" anchorCtr="0">
            <a:spAutoFit/>
          </a:bodyPr>
          <a:lstStyle/>
          <a:p>
            <a:pPr marL="0" marR="0" lvl="0" indent="0" algn="ctr" rtl="0">
              <a:lnSpc>
                <a:spcPct val="100000"/>
              </a:lnSpc>
              <a:spcBef>
                <a:spcPts val="0"/>
              </a:spcBef>
              <a:spcAft>
                <a:spcPts val="0"/>
              </a:spcAft>
              <a:buNone/>
            </a:pPr>
            <a:endParaRPr sz="1800" b="0" u="none" strike="noStrike">
              <a:solidFill>
                <a:schemeClr val="dk1"/>
              </a:solidFill>
              <a:latin typeface="+mn-lt"/>
              <a:ea typeface="Arial"/>
              <a:cs typeface="Arial"/>
              <a:sym typeface="Arial"/>
            </a:endParaRPr>
          </a:p>
        </p:txBody>
      </p:sp>
      <p:sp>
        <p:nvSpPr>
          <p:cNvPr id="301" name="Google Shape;301;p13"/>
          <p:cNvSpPr/>
          <p:nvPr/>
        </p:nvSpPr>
        <p:spPr>
          <a:xfrm>
            <a:off x="3228840" y="4857840"/>
            <a:ext cx="1733040" cy="2026923"/>
          </a:xfrm>
          <a:prstGeom prst="rect">
            <a:avLst/>
          </a:prstGeom>
          <a:noFill/>
          <a:ln>
            <a:noFill/>
          </a:ln>
        </p:spPr>
        <p:txBody>
          <a:bodyPr spcFirstLastPara="1" wrap="square" lIns="870823075" tIns="866500" rIns="870823075" bIns="866500" anchor="t" anchorCtr="0">
            <a:spAutoFit/>
          </a:bodyPr>
          <a:lstStyle/>
          <a:p>
            <a:pPr marL="0" marR="0" lvl="0" indent="0" algn="ctr" rtl="0">
              <a:lnSpc>
                <a:spcPct val="100000"/>
              </a:lnSpc>
              <a:spcBef>
                <a:spcPts val="0"/>
              </a:spcBef>
              <a:spcAft>
                <a:spcPts val="0"/>
              </a:spcAft>
              <a:buNone/>
            </a:pPr>
            <a:endParaRPr sz="1800" b="0" u="none" strike="noStrike">
              <a:solidFill>
                <a:schemeClr val="dk1"/>
              </a:solidFill>
              <a:latin typeface="+mn-lt"/>
              <a:ea typeface="Arial"/>
              <a:cs typeface="Arial"/>
              <a:sym typeface="Arial"/>
            </a:endParaRPr>
          </a:p>
        </p:txBody>
      </p:sp>
      <p:sp>
        <p:nvSpPr>
          <p:cNvPr id="302" name="Google Shape;302;p13"/>
          <p:cNvSpPr txBox="1">
            <a:spLocks noGrp="1"/>
          </p:cNvSpPr>
          <p:nvPr>
            <p:ph type="title"/>
          </p:nvPr>
        </p:nvSpPr>
        <p:spPr>
          <a:xfrm>
            <a:off x="333359" y="314280"/>
            <a:ext cx="8669964" cy="657000"/>
          </a:xfrm>
          <a:prstGeom prst="rect">
            <a:avLst/>
          </a:prstGeom>
          <a:noFill/>
          <a:ln>
            <a:noFill/>
          </a:ln>
        </p:spPr>
        <p:txBody>
          <a:bodyPr spcFirstLastPara="1" wrap="square" lIns="91425" tIns="91425" rIns="91425" bIns="91425" anchor="t" anchorCtr="0">
            <a:noAutofit/>
          </a:bodyPr>
          <a:lstStyle/>
          <a:p>
            <a:pPr marL="714375" marR="0" lvl="0" indent="-457200" algn="l" rtl="0">
              <a:lnSpc>
                <a:spcPct val="90000"/>
              </a:lnSpc>
              <a:spcBef>
                <a:spcPts val="0"/>
              </a:spcBef>
              <a:spcAft>
                <a:spcPts val="0"/>
              </a:spcAft>
              <a:buClr>
                <a:schemeClr val="accent1"/>
              </a:buClr>
              <a:buSzPts val="1920"/>
              <a:buFont typeface="Noto Sans Symbols"/>
              <a:buChar char="►"/>
            </a:pPr>
            <a:r>
              <a:rPr lang="fr-FR" sz="2400" b="1" i="0" u="none" strike="noStrike" cap="none" dirty="0">
                <a:solidFill>
                  <a:schemeClr val="dk1"/>
                </a:solidFill>
                <a:latin typeface="+mn-lt"/>
                <a:ea typeface="Arial Rounded"/>
                <a:cs typeface="Arial Rounded"/>
                <a:sym typeface="Arial Rounded"/>
              </a:rPr>
              <a:t>Développement professionnel et</a:t>
            </a:r>
            <a:br>
              <a:rPr lang="fr-FR" sz="2400" b="1" i="0" u="none" strike="noStrike" cap="none" dirty="0">
                <a:solidFill>
                  <a:schemeClr val="dk1"/>
                </a:solidFill>
                <a:latin typeface="+mn-lt"/>
                <a:ea typeface="Arial Rounded"/>
                <a:cs typeface="Arial Rounded"/>
                <a:sym typeface="Arial Rounded"/>
              </a:rPr>
            </a:br>
            <a:r>
              <a:rPr lang="fr-FR" sz="2400" b="1" i="0" u="none" strike="noStrike" cap="none" dirty="0">
                <a:solidFill>
                  <a:schemeClr val="dk1"/>
                </a:solidFill>
                <a:latin typeface="+mn-lt"/>
                <a:ea typeface="Arial Rounded"/>
                <a:cs typeface="Arial Rounded"/>
                <a:sym typeface="Arial Rounded"/>
              </a:rPr>
              <a:t> identité numérique</a:t>
            </a:r>
            <a:endParaRPr sz="2400" b="1" i="0" u="none" strike="noStrike" cap="none" dirty="0">
              <a:solidFill>
                <a:schemeClr val="dk1"/>
              </a:solidFill>
              <a:latin typeface="+mn-lt"/>
              <a:ea typeface="Arial Rounded"/>
              <a:cs typeface="Arial Rounded"/>
              <a:sym typeface="Arial Rounded"/>
            </a:endParaRPr>
          </a:p>
        </p:txBody>
      </p:sp>
      <p:sp>
        <p:nvSpPr>
          <p:cNvPr id="303" name="Google Shape;303;p13"/>
          <p:cNvSpPr txBox="1"/>
          <p:nvPr/>
        </p:nvSpPr>
        <p:spPr>
          <a:xfrm>
            <a:off x="333359" y="1560946"/>
            <a:ext cx="6780134" cy="336775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4 sujets : 	-La cybersécurité</a:t>
            </a: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-L'intelligence artificielle</a:t>
            </a: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-La législation</a:t>
            </a: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-Le développement de compétences techniques</a:t>
            </a: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 Formation continue</a:t>
            </a:r>
            <a:endParaRPr dirty="0">
              <a:latin typeface="+mn-lt"/>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Certification </a:t>
            </a:r>
            <a:r>
              <a:rPr lang="fr-FR" sz="1100" dirty="0" err="1">
                <a:solidFill>
                  <a:schemeClr val="dk1"/>
                </a:solidFill>
                <a:latin typeface="+mn-lt"/>
                <a:ea typeface="Trebuchet MS"/>
                <a:cs typeface="Trebuchet MS"/>
                <a:sym typeface="Trebuchet MS"/>
              </a:rPr>
              <a:t>SecNumAcadémie</a:t>
            </a: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Formations </a:t>
            </a:r>
            <a:r>
              <a:rPr lang="fr-FR" sz="1100" dirty="0" err="1">
                <a:solidFill>
                  <a:schemeClr val="dk1"/>
                </a:solidFill>
                <a:latin typeface="+mn-lt"/>
                <a:ea typeface="Trebuchet MS"/>
                <a:cs typeface="Trebuchet MS"/>
                <a:sym typeface="Trebuchet MS"/>
              </a:rPr>
              <a:t>OpenClassrooms</a:t>
            </a: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Approfondissement Access / VBA</a:t>
            </a:r>
            <a:endParaRPr dirty="0">
              <a:latin typeface="+mn-lt"/>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a:t>
            </a:r>
            <a:endParaRPr dirty="0">
              <a:latin typeface="+mn-lt"/>
            </a:endParaRPr>
          </a:p>
          <a:p>
            <a:pPr marL="0" marR="0" lvl="0" indent="0" algn="l" rtl="0">
              <a:spcBef>
                <a:spcPts val="0"/>
              </a:spcBef>
              <a:spcAft>
                <a:spcPts val="0"/>
              </a:spcAft>
              <a:buNone/>
            </a:pP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Veille réglementaire et technique</a:t>
            </a:r>
            <a:endParaRPr dirty="0">
              <a:latin typeface="+mn-lt"/>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Évolution des outils de développement via flux RSS et </a:t>
            </a:r>
            <a:r>
              <a:rPr lang="fr-FR" sz="1100" dirty="0" err="1">
                <a:solidFill>
                  <a:schemeClr val="dk1"/>
                </a:solidFill>
                <a:latin typeface="+mn-lt"/>
                <a:ea typeface="Trebuchet MS"/>
                <a:cs typeface="Trebuchet MS"/>
                <a:sym typeface="Trebuchet MS"/>
              </a:rPr>
              <a:t>Feedly</a:t>
            </a:r>
            <a:endParaRPr dirty="0">
              <a:latin typeface="+mn-lt"/>
            </a:endParaRPr>
          </a:p>
          <a:p>
            <a:pPr marL="0" marR="0" lvl="0" indent="0" algn="l" rtl="0">
              <a:spcBef>
                <a:spcPts val="0"/>
              </a:spcBef>
              <a:spcAft>
                <a:spcPts val="0"/>
              </a:spcAft>
              <a:buNone/>
            </a:pPr>
            <a:r>
              <a:rPr lang="fr-FR" sz="1100" dirty="0">
                <a:solidFill>
                  <a:schemeClr val="dk1"/>
                </a:solidFill>
                <a:latin typeface="+mn-lt"/>
                <a:ea typeface="Trebuchet MS"/>
                <a:cs typeface="Trebuchet MS"/>
                <a:sym typeface="Trebuchet MS"/>
              </a:rPr>
              <a:t>	Cybersécurité</a:t>
            </a:r>
            <a:endParaRPr dirty="0">
              <a:latin typeface="+mn-lt"/>
            </a:endParaRPr>
          </a:p>
          <a:p>
            <a:pPr marL="0" lvl="0" indent="457200" algn="l" rtl="0">
              <a:spcBef>
                <a:spcPts val="0"/>
              </a:spcBef>
              <a:spcAft>
                <a:spcPts val="0"/>
              </a:spcAft>
              <a:buClr>
                <a:schemeClr val="dk1"/>
              </a:buClr>
              <a:buFont typeface="Arial"/>
              <a:buNone/>
            </a:pPr>
            <a:r>
              <a:rPr lang="fr-FR" sz="1100" dirty="0">
                <a:solidFill>
                  <a:schemeClr val="dk1"/>
                </a:solidFill>
                <a:latin typeface="+mn-lt"/>
                <a:ea typeface="Trebuchet MS"/>
                <a:cs typeface="Trebuchet MS"/>
                <a:sym typeface="Trebuchet MS"/>
              </a:rPr>
              <a:t>Utilisation de l’IA </a:t>
            </a:r>
            <a:endParaRPr sz="1100" dirty="0">
              <a:solidFill>
                <a:schemeClr val="dk1"/>
              </a:solidFill>
              <a:latin typeface="+mn-lt"/>
              <a:ea typeface="Trebuchet MS"/>
              <a:cs typeface="Trebuchet MS"/>
              <a:sym typeface="Trebuchet MS"/>
            </a:endParaRPr>
          </a:p>
          <a:p>
            <a:pPr marL="0" lvl="0" indent="0" algn="l" rtl="0">
              <a:spcBef>
                <a:spcPts val="0"/>
              </a:spcBef>
              <a:spcAft>
                <a:spcPts val="0"/>
              </a:spcAft>
              <a:buClr>
                <a:schemeClr val="dk1"/>
              </a:buClr>
              <a:buFont typeface="Arial"/>
              <a:buNone/>
            </a:pPr>
            <a:endParaRPr sz="1100" dirty="0">
              <a:solidFill>
                <a:schemeClr val="dk1"/>
              </a:solidFill>
              <a:latin typeface="+mn-lt"/>
              <a:ea typeface="Trebuchet MS"/>
              <a:cs typeface="Trebuchet MS"/>
              <a:sym typeface="Trebuchet MS"/>
            </a:endParaRPr>
          </a:p>
          <a:p>
            <a:pPr marL="0" marR="0" lvl="0" indent="0" algn="l" rtl="0">
              <a:spcBef>
                <a:spcPts val="0"/>
              </a:spcBef>
              <a:spcAft>
                <a:spcPts val="0"/>
              </a:spcAft>
              <a:buNone/>
            </a:pPr>
            <a:endParaRPr sz="1100" dirty="0">
              <a:solidFill>
                <a:schemeClr val="dk1"/>
              </a:solidFill>
              <a:latin typeface="+mn-lt"/>
              <a:ea typeface="Trebuchet MS"/>
              <a:cs typeface="Trebuchet MS"/>
              <a:sym typeface="Trebuchet MS"/>
            </a:endParaRPr>
          </a:p>
        </p:txBody>
      </p:sp>
      <p:sp>
        <p:nvSpPr>
          <p:cNvPr id="304" name="Google Shape;304;p13"/>
          <p:cNvSpPr/>
          <p:nvPr/>
        </p:nvSpPr>
        <p:spPr>
          <a:xfrm>
            <a:off x="7727795" y="2605203"/>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n-lt"/>
                <a:ea typeface="Trebuchet MS"/>
                <a:cs typeface="Trebuchet MS"/>
                <a:sym typeface="Trebuchet MS"/>
              </a:rPr>
              <a:t>Mise à Disposition des utilisateurs</a:t>
            </a:r>
            <a:endParaRPr>
              <a:latin typeface="+mn-lt"/>
            </a:endParaRPr>
          </a:p>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p:txBody>
      </p:sp>
      <p:sp>
        <p:nvSpPr>
          <p:cNvPr id="305" name="Google Shape;305;p13"/>
          <p:cNvSpPr/>
          <p:nvPr/>
        </p:nvSpPr>
        <p:spPr>
          <a:xfrm>
            <a:off x="7727795" y="196349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n-lt"/>
                <a:ea typeface="Trebuchet MS"/>
                <a:cs typeface="Trebuchet MS"/>
                <a:sym typeface="Trebuchet MS"/>
              </a:rPr>
              <a:t>Test et gestion des versions</a:t>
            </a:r>
            <a:endParaRPr>
              <a:latin typeface="+mn-lt"/>
            </a:endParaRPr>
          </a:p>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p:txBody>
      </p:sp>
      <p:sp>
        <p:nvSpPr>
          <p:cNvPr id="306" name="Google Shape;306;p13"/>
          <p:cNvSpPr/>
          <p:nvPr/>
        </p:nvSpPr>
        <p:spPr>
          <a:xfrm>
            <a:off x="7727795" y="1384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n-lt"/>
                <a:ea typeface="Trebuchet MS"/>
                <a:cs typeface="Trebuchet MS"/>
                <a:sym typeface="Trebuchet MS"/>
              </a:rPr>
              <a:t>Développement</a:t>
            </a:r>
            <a:endParaRPr>
              <a:latin typeface="+mn-lt"/>
            </a:endParaRPr>
          </a:p>
          <a:p>
            <a:pPr marL="0" marR="0" lvl="0" indent="0" algn="ctr" rtl="0">
              <a:spcBef>
                <a:spcPts val="0"/>
              </a:spcBef>
              <a:spcAft>
                <a:spcPts val="0"/>
              </a:spcAft>
              <a:buNone/>
            </a:pPr>
            <a:r>
              <a:rPr lang="fr-FR" sz="1100">
                <a:solidFill>
                  <a:schemeClr val="lt1"/>
                </a:solidFill>
                <a:latin typeface="+mn-lt"/>
                <a:ea typeface="Trebuchet MS"/>
                <a:cs typeface="Trebuchet MS"/>
                <a:sym typeface="Trebuchet MS"/>
              </a:rPr>
              <a:t>Logiciel</a:t>
            </a:r>
            <a:endParaRPr>
              <a:latin typeface="+mn-lt"/>
            </a:endParaRPr>
          </a:p>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p:txBody>
      </p:sp>
      <p:sp>
        <p:nvSpPr>
          <p:cNvPr id="307" name="Google Shape;307;p13"/>
          <p:cNvSpPr/>
          <p:nvPr/>
        </p:nvSpPr>
        <p:spPr>
          <a:xfrm>
            <a:off x="7727795" y="727314"/>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a:p>
            <a:pPr marL="0" marR="0" lvl="0" indent="0" algn="ctr" rtl="0">
              <a:spcBef>
                <a:spcPts val="0"/>
              </a:spcBef>
              <a:spcAft>
                <a:spcPts val="0"/>
              </a:spcAft>
              <a:buNone/>
            </a:pPr>
            <a:r>
              <a:rPr lang="fr-FR" sz="1100">
                <a:solidFill>
                  <a:schemeClr val="lt1"/>
                </a:solidFill>
                <a:latin typeface="+mn-lt"/>
                <a:ea typeface="Trebuchet MS"/>
                <a:cs typeface="Trebuchet MS"/>
                <a:sym typeface="Trebuchet MS"/>
              </a:rPr>
              <a:t>Organisation du projet</a:t>
            </a:r>
            <a:endParaRPr>
              <a:latin typeface="+mn-lt"/>
            </a:endParaRPr>
          </a:p>
          <a:p>
            <a:pPr marL="0" marR="0" lvl="0" indent="0" algn="ctr" rtl="0">
              <a:spcBef>
                <a:spcPts val="0"/>
              </a:spcBef>
              <a:spcAft>
                <a:spcPts val="0"/>
              </a:spcAft>
              <a:buNone/>
            </a:pPr>
            <a:endParaRPr sz="1100">
              <a:solidFill>
                <a:schemeClr val="lt1"/>
              </a:solidFill>
              <a:latin typeface="+mn-lt"/>
              <a:ea typeface="Trebuchet MS"/>
              <a:cs typeface="Trebuchet MS"/>
              <a:sym typeface="Trebuchet MS"/>
            </a:endParaRPr>
          </a:p>
        </p:txBody>
      </p:sp>
      <p:sp>
        <p:nvSpPr>
          <p:cNvPr id="308" name="Google Shape;308;p13"/>
          <p:cNvSpPr/>
          <p:nvPr/>
        </p:nvSpPr>
        <p:spPr>
          <a:xfrm>
            <a:off x="7727795" y="46652"/>
            <a:ext cx="1282391" cy="823144"/>
          </a:xfrm>
          <a:prstGeom prst="flowChartOffpageConnector">
            <a:avLst/>
          </a:prstGeom>
          <a:solidFill>
            <a:schemeClr val="accent1"/>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n-lt"/>
                <a:ea typeface="Trebuchet MS"/>
                <a:cs typeface="Trebuchet MS"/>
                <a:sym typeface="Trebuchet MS"/>
              </a:rPr>
              <a:t>Analyse d’un SI</a:t>
            </a:r>
            <a:endParaRPr>
              <a:latin typeface="+mn-lt"/>
            </a:endParaRPr>
          </a:p>
          <a:p>
            <a:pPr marL="0" marR="0" lvl="0" indent="0" algn="ctr" rtl="0">
              <a:spcBef>
                <a:spcPts val="0"/>
              </a:spcBef>
              <a:spcAft>
                <a:spcPts val="0"/>
              </a:spcAft>
              <a:buNone/>
            </a:pPr>
            <a:r>
              <a:rPr lang="fr-FR" sz="1100">
                <a:solidFill>
                  <a:schemeClr val="lt1"/>
                </a:solidFill>
                <a:latin typeface="+mn-lt"/>
                <a:ea typeface="Trebuchet MS"/>
                <a:cs typeface="Trebuchet MS"/>
                <a:sym typeface="Trebuchet MS"/>
              </a:rPr>
              <a:t>Modélisation</a:t>
            </a:r>
            <a:endParaRPr>
              <a:latin typeface="+mn-lt"/>
            </a:endParaRPr>
          </a:p>
        </p:txBody>
      </p:sp>
      <p:sp>
        <p:nvSpPr>
          <p:cNvPr id="309" name="Google Shape;309;p13"/>
          <p:cNvSpPr/>
          <p:nvPr/>
        </p:nvSpPr>
        <p:spPr>
          <a:xfrm>
            <a:off x="7716644" y="3490331"/>
            <a:ext cx="1282391" cy="823144"/>
          </a:xfrm>
          <a:prstGeom prst="flowChartOffpageConnector">
            <a:avLst/>
          </a:prstGeom>
          <a:solidFill>
            <a:srgbClr val="F39BC7"/>
          </a:solidFill>
          <a:ln w="19050" cap="rnd" cmpd="sng">
            <a:solidFill>
              <a:srgbClr val="2855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fr-FR" sz="1100">
                <a:solidFill>
                  <a:schemeClr val="lt1"/>
                </a:solidFill>
                <a:latin typeface="+mn-lt"/>
                <a:ea typeface="Trebuchet MS"/>
                <a:cs typeface="Trebuchet MS"/>
                <a:sym typeface="Trebuchet MS"/>
              </a:rPr>
              <a:t>Communication</a:t>
            </a:r>
            <a:endParaRPr>
              <a:latin typeface="+mn-lt"/>
            </a:endParaRPr>
          </a:p>
        </p:txBody>
      </p:sp>
      <p:sp>
        <p:nvSpPr>
          <p:cNvPr id="310" name="Google Shape;310;p13"/>
          <p:cNvSpPr txBox="1"/>
          <p:nvPr/>
        </p:nvSpPr>
        <p:spPr>
          <a:xfrm>
            <a:off x="333359" y="1181143"/>
            <a:ext cx="8060400" cy="424691"/>
          </a:xfrm>
          <a:prstGeom prst="rect">
            <a:avLst/>
          </a:prstGeom>
          <a:noFill/>
          <a:ln>
            <a:noFill/>
          </a:ln>
        </p:spPr>
        <p:txBody>
          <a:bodyPr spcFirstLastPara="1" wrap="square" lIns="91425" tIns="45700" rIns="91425" bIns="45700" anchor="t" anchorCtr="0">
            <a:spAutoFit/>
          </a:bodyPr>
          <a:lstStyle/>
          <a:p>
            <a:pPr marL="47880" marR="0" lvl="0" indent="0" algn="l" rtl="0">
              <a:lnSpc>
                <a:spcPct val="120000"/>
              </a:lnSpc>
              <a:spcBef>
                <a:spcPts val="0"/>
              </a:spcBef>
              <a:spcAft>
                <a:spcPts val="0"/>
              </a:spcAft>
              <a:buNone/>
            </a:pPr>
            <a:r>
              <a:rPr lang="fr-FR" sz="1800">
                <a:solidFill>
                  <a:schemeClr val="dk1"/>
                </a:solidFill>
                <a:latin typeface="+mn-lt"/>
              </a:rPr>
              <a:t>Ma formation en continue</a:t>
            </a:r>
            <a:endParaRPr sz="1800" u="none" strike="noStrike">
              <a:solidFill>
                <a:schemeClr val="dk1"/>
              </a:solidFill>
              <a:latin typeface="+mn-lt"/>
              <a:ea typeface="Arial"/>
              <a:cs typeface="Arial"/>
              <a:sym typeface="Arial"/>
            </a:endParaRPr>
          </a:p>
        </p:txBody>
      </p:sp>
      <p:sp>
        <p:nvSpPr>
          <p:cNvPr id="3" name="ZoneTexte 2">
            <a:extLst>
              <a:ext uri="{FF2B5EF4-FFF2-40B4-BE49-F238E27FC236}">
                <a16:creationId xmlns:a16="http://schemas.microsoft.com/office/drawing/2014/main" id="{530E2E1D-0523-7779-5339-18EE0B078A58}"/>
              </a:ext>
            </a:extLst>
          </p:cNvPr>
          <p:cNvSpPr txBox="1"/>
          <p:nvPr/>
        </p:nvSpPr>
        <p:spPr>
          <a:xfrm>
            <a:off x="3624663" y="4912140"/>
            <a:ext cx="4790514" cy="246221"/>
          </a:xfrm>
          <a:prstGeom prst="rect">
            <a:avLst/>
          </a:prstGeom>
          <a:noFill/>
        </p:spPr>
        <p:txBody>
          <a:bodyPr wrap="square">
            <a:spAutoFit/>
          </a:bodyPr>
          <a:lstStyle/>
          <a:p>
            <a:r>
              <a:rPr lang="fr-FR" sz="1000" dirty="0">
                <a:latin typeface="+mn-lt"/>
              </a:rPr>
              <a:t>C6.1 Mise en place de son environnement d'apprentissage personnel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4" title="futuristic-technology-hologram (1).jpg"/>
          <p:cNvSpPr/>
          <p:nvPr/>
        </p:nvSpPr>
        <p:spPr>
          <a:xfrm>
            <a:off x="6685518" y="329453"/>
            <a:ext cx="2142476" cy="2977094"/>
          </a:xfrm>
          <a:prstGeom prst="roundRect">
            <a:avLst>
              <a:gd name="adj" fmla="val 6782"/>
            </a:avLst>
          </a:prstGeom>
          <a:blipFill rotWithShape="1">
            <a:blip r:embed="rId3">
              <a:alphaModFix/>
            </a:blip>
            <a:stretch>
              <a:fillRect/>
            </a:stretch>
          </a:blip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mj-lt"/>
              <a:ea typeface="Noto Sans Symbols"/>
              <a:cs typeface="Noto Sans Symbols"/>
              <a:sym typeface="Noto Sans Symbols"/>
            </a:endParaRPr>
          </a:p>
        </p:txBody>
      </p:sp>
      <p:sp>
        <p:nvSpPr>
          <p:cNvPr id="317" name="Google Shape;317;p14"/>
          <p:cNvSpPr txBox="1">
            <a:spLocks noGrp="1"/>
          </p:cNvSpPr>
          <p:nvPr>
            <p:ph type="title"/>
          </p:nvPr>
        </p:nvSpPr>
        <p:spPr>
          <a:xfrm>
            <a:off x="371242" y="329453"/>
            <a:ext cx="5863766" cy="593941"/>
          </a:xfrm>
          <a:prstGeom prst="rect">
            <a:avLst/>
          </a:prstGeom>
          <a:noFill/>
          <a:ln>
            <a:noFill/>
          </a:ln>
        </p:spPr>
        <p:txBody>
          <a:bodyPr spcFirstLastPara="1" wrap="square" lIns="91425" tIns="91425" rIns="91425" bIns="91425" anchor="t" anchorCtr="0">
            <a:noAutofit/>
          </a:bodyPr>
          <a:lstStyle/>
          <a:p>
            <a:pPr marL="714375" marR="0" lvl="0" indent="-457200" algn="l" rtl="0">
              <a:lnSpc>
                <a:spcPct val="90000"/>
              </a:lnSpc>
              <a:spcBef>
                <a:spcPts val="0"/>
              </a:spcBef>
              <a:spcAft>
                <a:spcPts val="0"/>
              </a:spcAft>
              <a:buClr>
                <a:schemeClr val="accent1"/>
              </a:buClr>
              <a:buSzPts val="1920"/>
              <a:buFont typeface="Noto Sans Symbols"/>
              <a:buChar char="►"/>
            </a:pPr>
            <a:r>
              <a:rPr lang="fr-FR" sz="2400" b="1" i="0" u="none" strike="noStrike" cap="none" dirty="0">
                <a:solidFill>
                  <a:schemeClr val="dk1"/>
                </a:solidFill>
                <a:latin typeface="+mj-lt"/>
                <a:ea typeface="Arial Rounded"/>
                <a:cs typeface="Arial Rounded"/>
                <a:sym typeface="Arial Rounded"/>
              </a:rPr>
              <a:t>3- Conclusion</a:t>
            </a:r>
            <a:endParaRPr sz="2400" b="1" i="0" u="none" strike="noStrike" cap="none" dirty="0">
              <a:solidFill>
                <a:schemeClr val="dk1"/>
              </a:solidFill>
              <a:latin typeface="+mj-lt"/>
              <a:ea typeface="Arial Rounded"/>
              <a:cs typeface="Arial Rounded"/>
              <a:sym typeface="Arial Rounded"/>
            </a:endParaRPr>
          </a:p>
        </p:txBody>
      </p:sp>
      <p:sp>
        <p:nvSpPr>
          <p:cNvPr id="318" name="Google Shape;318;p14"/>
          <p:cNvSpPr txBox="1"/>
          <p:nvPr/>
        </p:nvSpPr>
        <p:spPr>
          <a:xfrm>
            <a:off x="493775" y="839274"/>
            <a:ext cx="5602225" cy="424691"/>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chemeClr val="dk1"/>
              </a:buClr>
              <a:buSzPts val="1800"/>
              <a:buFont typeface="Arial"/>
              <a:buNone/>
            </a:pPr>
            <a:r>
              <a:rPr lang="fr-FR" sz="1800" dirty="0">
                <a:solidFill>
                  <a:schemeClr val="dk1"/>
                </a:solidFill>
                <a:latin typeface="+mj-lt"/>
                <a:ea typeface="Calibri"/>
                <a:cs typeface="Calibri"/>
                <a:sym typeface="Calibri"/>
              </a:rPr>
              <a:t>Ces expériences m’ont permis :</a:t>
            </a:r>
            <a:endParaRPr sz="1800" dirty="0">
              <a:solidFill>
                <a:schemeClr val="dk1"/>
              </a:solidFill>
              <a:latin typeface="+mj-lt"/>
              <a:ea typeface="Calibri"/>
              <a:cs typeface="Calibri"/>
              <a:sym typeface="Calibri"/>
            </a:endParaRPr>
          </a:p>
        </p:txBody>
      </p:sp>
      <p:sp>
        <p:nvSpPr>
          <p:cNvPr id="319" name="Google Shape;319;p14"/>
          <p:cNvSpPr txBox="1"/>
          <p:nvPr/>
        </p:nvSpPr>
        <p:spPr>
          <a:xfrm>
            <a:off x="632783" y="3105274"/>
            <a:ext cx="5602225" cy="424691"/>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Clr>
                <a:schemeClr val="dk1"/>
              </a:buClr>
              <a:buSzPts val="1800"/>
              <a:buFont typeface="Arial"/>
              <a:buNone/>
            </a:pPr>
            <a:r>
              <a:rPr lang="fr-FR" sz="1800">
                <a:solidFill>
                  <a:schemeClr val="dk1"/>
                </a:solidFill>
                <a:latin typeface="+mj-lt"/>
                <a:ea typeface="Calibri"/>
                <a:cs typeface="Calibri"/>
                <a:sym typeface="Calibri"/>
              </a:rPr>
              <a:t>Cela me permettra :</a:t>
            </a:r>
            <a:endParaRPr>
              <a:latin typeface="+mj-lt"/>
            </a:endParaRPr>
          </a:p>
        </p:txBody>
      </p:sp>
      <p:sp>
        <p:nvSpPr>
          <p:cNvPr id="320" name="Google Shape;320;p14"/>
          <p:cNvSpPr/>
          <p:nvPr/>
        </p:nvSpPr>
        <p:spPr>
          <a:xfrm>
            <a:off x="1106673" y="1241820"/>
            <a:ext cx="5863766" cy="1754326"/>
          </a:xfrm>
          <a:prstGeom prst="rect">
            <a:avLst/>
          </a:prstGeom>
          <a:noFill/>
          <a:ln>
            <a:noFill/>
          </a:ln>
        </p:spPr>
        <p:txBody>
          <a:bodyPr spcFirstLastPara="1" wrap="square" lIns="91425" tIns="45700" rIns="91425" bIns="45700" anchor="ctr" anchorCtr="0">
            <a:spAutoFit/>
          </a:bodyPr>
          <a:lstStyle/>
          <a:p>
            <a:pPr marL="0" marR="0" lvl="0" indent="-76200" algn="l" rtl="0">
              <a:lnSpc>
                <a:spcPct val="100000"/>
              </a:lnSpc>
              <a:spcBef>
                <a:spcPts val="0"/>
              </a:spcBef>
              <a:spcAft>
                <a:spcPts val="0"/>
              </a:spcAft>
              <a:buClr>
                <a:schemeClr val="dk1"/>
              </a:buClr>
              <a:buSzPts val="1200"/>
              <a:buFont typeface="Trebuchet MS"/>
              <a:buChar char="•"/>
            </a:pPr>
            <a:r>
              <a:rPr lang="fr-FR" sz="1200">
                <a:solidFill>
                  <a:schemeClr val="dk1"/>
                </a:solidFill>
                <a:latin typeface="+mj-lt"/>
                <a:ea typeface="Trebuchet MS"/>
                <a:cs typeface="Trebuchet MS"/>
                <a:sym typeface="Trebuchet MS"/>
              </a:rPr>
              <a:t>Analyser un métier et ses processus</a:t>
            </a:r>
            <a:endParaRPr>
              <a:latin typeface="+mj-lt"/>
            </a:endParaRPr>
          </a:p>
          <a:p>
            <a:pPr marL="0" marR="0" lvl="0" indent="0" algn="l" rtl="0">
              <a:lnSpc>
                <a:spcPct val="100000"/>
              </a:lnSpc>
              <a:spcBef>
                <a:spcPts val="0"/>
              </a:spcBef>
              <a:spcAft>
                <a:spcPts val="0"/>
              </a:spcAft>
              <a:buNone/>
            </a:pPr>
            <a:endParaRPr sz="1200">
              <a:solidFill>
                <a:schemeClr val="dk1"/>
              </a:solidFill>
              <a:latin typeface="+mj-lt"/>
              <a:ea typeface="Trebuchet MS"/>
              <a:cs typeface="Trebuchet MS"/>
              <a:sym typeface="Trebuchet MS"/>
            </a:endParaRPr>
          </a:p>
          <a:p>
            <a:pPr marL="0" marR="0" lvl="0" indent="-76200" algn="l" rtl="0">
              <a:lnSpc>
                <a:spcPct val="100000"/>
              </a:lnSpc>
              <a:spcBef>
                <a:spcPts val="0"/>
              </a:spcBef>
              <a:spcAft>
                <a:spcPts val="0"/>
              </a:spcAft>
              <a:buClr>
                <a:schemeClr val="dk1"/>
              </a:buClr>
              <a:buSzPts val="1200"/>
              <a:buFont typeface="Trebuchet MS"/>
              <a:buChar char="•"/>
            </a:pPr>
            <a:r>
              <a:rPr lang="fr-FR" sz="1200">
                <a:solidFill>
                  <a:schemeClr val="dk1"/>
                </a:solidFill>
                <a:latin typeface="+mj-lt"/>
                <a:ea typeface="Trebuchet MS"/>
                <a:cs typeface="Trebuchet MS"/>
                <a:sym typeface="Trebuchet MS"/>
              </a:rPr>
              <a:t>Structurer et modéliser un système d’information</a:t>
            </a:r>
            <a:endParaRPr>
              <a:latin typeface="+mj-lt"/>
            </a:endParaRPr>
          </a:p>
          <a:p>
            <a:pPr marL="0" marR="0" lvl="0" indent="0" algn="l" rtl="0">
              <a:lnSpc>
                <a:spcPct val="100000"/>
              </a:lnSpc>
              <a:spcBef>
                <a:spcPts val="0"/>
              </a:spcBef>
              <a:spcAft>
                <a:spcPts val="0"/>
              </a:spcAft>
              <a:buNone/>
            </a:pPr>
            <a:endParaRPr sz="1200">
              <a:solidFill>
                <a:schemeClr val="dk1"/>
              </a:solidFill>
              <a:latin typeface="+mj-lt"/>
              <a:ea typeface="Trebuchet MS"/>
              <a:cs typeface="Trebuchet MS"/>
              <a:sym typeface="Trebuchet MS"/>
            </a:endParaRPr>
          </a:p>
          <a:p>
            <a:pPr marL="0" marR="0" lvl="0" indent="-76200" algn="l" rtl="0">
              <a:lnSpc>
                <a:spcPct val="100000"/>
              </a:lnSpc>
              <a:spcBef>
                <a:spcPts val="0"/>
              </a:spcBef>
              <a:spcAft>
                <a:spcPts val="0"/>
              </a:spcAft>
              <a:buClr>
                <a:schemeClr val="dk1"/>
              </a:buClr>
              <a:buSzPts val="1200"/>
              <a:buFont typeface="Trebuchet MS"/>
              <a:buChar char="•"/>
            </a:pPr>
            <a:r>
              <a:rPr lang="fr-FR" sz="1200">
                <a:solidFill>
                  <a:schemeClr val="dk1"/>
                </a:solidFill>
                <a:latin typeface="+mj-lt"/>
                <a:ea typeface="Trebuchet MS"/>
                <a:cs typeface="Trebuchet MS"/>
                <a:sym typeface="Trebuchet MS"/>
              </a:rPr>
              <a:t>Travailler en équipe dans un cadre projet</a:t>
            </a:r>
            <a:endParaRPr>
              <a:latin typeface="+mj-lt"/>
            </a:endParaRPr>
          </a:p>
          <a:p>
            <a:pPr marL="0" marR="0" lvl="0" indent="0" algn="l" rtl="0">
              <a:lnSpc>
                <a:spcPct val="100000"/>
              </a:lnSpc>
              <a:spcBef>
                <a:spcPts val="0"/>
              </a:spcBef>
              <a:spcAft>
                <a:spcPts val="0"/>
              </a:spcAft>
              <a:buNone/>
            </a:pPr>
            <a:endParaRPr sz="1200">
              <a:solidFill>
                <a:schemeClr val="dk1"/>
              </a:solidFill>
              <a:latin typeface="+mj-lt"/>
              <a:ea typeface="Trebuchet MS"/>
              <a:cs typeface="Trebuchet MS"/>
              <a:sym typeface="Trebuchet MS"/>
            </a:endParaRPr>
          </a:p>
          <a:p>
            <a:pPr marL="0" marR="0" lvl="0" indent="-76200" algn="l" rtl="0">
              <a:lnSpc>
                <a:spcPct val="100000"/>
              </a:lnSpc>
              <a:spcBef>
                <a:spcPts val="0"/>
              </a:spcBef>
              <a:spcAft>
                <a:spcPts val="0"/>
              </a:spcAft>
              <a:buClr>
                <a:schemeClr val="dk1"/>
              </a:buClr>
              <a:buSzPts val="1200"/>
              <a:buFont typeface="Trebuchet MS"/>
              <a:buChar char="•"/>
            </a:pPr>
            <a:r>
              <a:rPr lang="fr-FR" sz="1200">
                <a:solidFill>
                  <a:schemeClr val="dk1"/>
                </a:solidFill>
                <a:latin typeface="+mj-lt"/>
                <a:ea typeface="Trebuchet MS"/>
                <a:cs typeface="Trebuchet MS"/>
                <a:sym typeface="Trebuchet MS"/>
              </a:rPr>
              <a:t>Concevoir et sécuriser une application</a:t>
            </a:r>
            <a:endParaRPr>
              <a:latin typeface="+mj-lt"/>
            </a:endParaRPr>
          </a:p>
          <a:p>
            <a:pPr marL="0" marR="0" lvl="0" indent="0" algn="l" rtl="0">
              <a:lnSpc>
                <a:spcPct val="100000"/>
              </a:lnSpc>
              <a:spcBef>
                <a:spcPts val="0"/>
              </a:spcBef>
              <a:spcAft>
                <a:spcPts val="0"/>
              </a:spcAft>
              <a:buNone/>
            </a:pPr>
            <a:endParaRPr sz="1200">
              <a:solidFill>
                <a:schemeClr val="dk1"/>
              </a:solidFill>
              <a:latin typeface="+mj-lt"/>
              <a:ea typeface="Trebuchet MS"/>
              <a:cs typeface="Trebuchet MS"/>
              <a:sym typeface="Trebuchet MS"/>
            </a:endParaRPr>
          </a:p>
          <a:p>
            <a:pPr marL="0" marR="0" lvl="0" indent="-76200" algn="l" rtl="0">
              <a:lnSpc>
                <a:spcPct val="100000"/>
              </a:lnSpc>
              <a:spcBef>
                <a:spcPts val="0"/>
              </a:spcBef>
              <a:spcAft>
                <a:spcPts val="0"/>
              </a:spcAft>
              <a:buClr>
                <a:schemeClr val="dk1"/>
              </a:buClr>
              <a:buSzPts val="1200"/>
              <a:buFont typeface="Trebuchet MS"/>
              <a:buChar char="•"/>
            </a:pPr>
            <a:r>
              <a:rPr lang="fr-FR" sz="1200">
                <a:solidFill>
                  <a:schemeClr val="dk1"/>
                </a:solidFill>
                <a:latin typeface="+mj-lt"/>
                <a:ea typeface="Trebuchet MS"/>
                <a:cs typeface="Trebuchet MS"/>
                <a:sym typeface="Trebuchet MS"/>
              </a:rPr>
              <a:t>Mettre à disposition un service auprès des utilisateurs</a:t>
            </a:r>
            <a:endParaRPr>
              <a:latin typeface="+mj-lt"/>
            </a:endParaRPr>
          </a:p>
        </p:txBody>
      </p:sp>
      <p:sp>
        <p:nvSpPr>
          <p:cNvPr id="321" name="Google Shape;321;p14"/>
          <p:cNvSpPr/>
          <p:nvPr/>
        </p:nvSpPr>
        <p:spPr>
          <a:xfrm>
            <a:off x="1063692" y="3499787"/>
            <a:ext cx="7494464" cy="1015663"/>
          </a:xfrm>
          <a:prstGeom prst="rect">
            <a:avLst/>
          </a:prstGeom>
          <a:noFill/>
          <a:ln>
            <a:noFill/>
          </a:ln>
        </p:spPr>
        <p:txBody>
          <a:bodyPr spcFirstLastPara="1" wrap="square" lIns="91425" tIns="45700" rIns="91425" bIns="45700" anchor="ctr" anchorCtr="0">
            <a:spAutoFit/>
          </a:bodyPr>
          <a:lstStyle/>
          <a:p>
            <a:pPr marL="0" marR="0" lvl="0" indent="-76200" algn="l" rtl="0">
              <a:lnSpc>
                <a:spcPct val="100000"/>
              </a:lnSpc>
              <a:spcBef>
                <a:spcPts val="0"/>
              </a:spcBef>
              <a:spcAft>
                <a:spcPts val="0"/>
              </a:spcAft>
              <a:buClr>
                <a:schemeClr val="dk1"/>
              </a:buClr>
              <a:buSzPts val="1200"/>
              <a:buFont typeface="Trebuchet MS"/>
              <a:buChar char="•"/>
            </a:pPr>
            <a:r>
              <a:rPr lang="fr-FR" sz="1200" b="0" i="0" u="none" strike="noStrike" cap="none">
                <a:solidFill>
                  <a:schemeClr val="dk1"/>
                </a:solidFill>
                <a:latin typeface="+mj-lt"/>
                <a:ea typeface="Trebuchet MS"/>
                <a:cs typeface="Trebuchet MS"/>
                <a:sym typeface="Trebuchet MS"/>
              </a:rPr>
              <a:t>Développer des outils adaptés aux besoins réels du médico-social</a:t>
            </a:r>
            <a:endParaRPr>
              <a:latin typeface="+mj-lt"/>
            </a:endParaRPr>
          </a:p>
          <a:p>
            <a:pPr marL="0" marR="0" lvl="0" indent="0" algn="l" rtl="0">
              <a:lnSpc>
                <a:spcPct val="100000"/>
              </a:lnSpc>
              <a:spcBef>
                <a:spcPts val="0"/>
              </a:spcBef>
              <a:spcAft>
                <a:spcPts val="0"/>
              </a:spcAft>
              <a:buClr>
                <a:schemeClr val="dk1"/>
              </a:buClr>
              <a:buSzPts val="1200"/>
              <a:buFont typeface="Trebuchet MS"/>
              <a:buNone/>
            </a:pPr>
            <a:endParaRPr sz="1200" b="0" i="0" u="none" strike="noStrike" cap="none">
              <a:solidFill>
                <a:schemeClr val="dk1"/>
              </a:solidFill>
              <a:latin typeface="+mj-lt"/>
              <a:ea typeface="Trebuchet MS"/>
              <a:cs typeface="Trebuchet MS"/>
              <a:sym typeface="Trebuchet MS"/>
            </a:endParaRPr>
          </a:p>
          <a:p>
            <a:pPr marL="0" marR="0" lvl="0" indent="-76200" algn="l" rtl="0">
              <a:lnSpc>
                <a:spcPct val="100000"/>
              </a:lnSpc>
              <a:spcBef>
                <a:spcPts val="0"/>
              </a:spcBef>
              <a:spcAft>
                <a:spcPts val="0"/>
              </a:spcAft>
              <a:buClr>
                <a:schemeClr val="dk1"/>
              </a:buClr>
              <a:buSzPts val="1200"/>
              <a:buFont typeface="Trebuchet MS"/>
              <a:buChar char="•"/>
            </a:pPr>
            <a:r>
              <a:rPr lang="fr-FR" sz="1200" b="0" i="0" u="none" strike="noStrike" cap="none">
                <a:solidFill>
                  <a:schemeClr val="dk1"/>
                </a:solidFill>
                <a:latin typeface="+mj-lt"/>
                <a:ea typeface="Trebuchet MS"/>
                <a:cs typeface="Trebuchet MS"/>
                <a:sym typeface="Trebuchet MS"/>
              </a:rPr>
              <a:t>Contribuer à la montée en compétence des usagers</a:t>
            </a:r>
            <a:endParaRPr>
              <a:latin typeface="+mj-lt"/>
            </a:endParaRPr>
          </a:p>
          <a:p>
            <a:pPr marL="0" marR="0" lvl="0" indent="0" algn="l" rtl="0">
              <a:lnSpc>
                <a:spcPct val="100000"/>
              </a:lnSpc>
              <a:spcBef>
                <a:spcPts val="0"/>
              </a:spcBef>
              <a:spcAft>
                <a:spcPts val="0"/>
              </a:spcAft>
              <a:buClr>
                <a:schemeClr val="dk1"/>
              </a:buClr>
              <a:buSzPts val="1200"/>
              <a:buFont typeface="Trebuchet MS"/>
              <a:buNone/>
            </a:pPr>
            <a:endParaRPr sz="1200" b="0" i="0" u="none" strike="noStrike" cap="none">
              <a:solidFill>
                <a:schemeClr val="dk1"/>
              </a:solidFill>
              <a:latin typeface="+mj-lt"/>
              <a:ea typeface="Trebuchet MS"/>
              <a:cs typeface="Trebuchet MS"/>
              <a:sym typeface="Trebuchet MS"/>
            </a:endParaRPr>
          </a:p>
          <a:p>
            <a:pPr marL="0" marR="0" lvl="0" indent="-76200" algn="l" rtl="0">
              <a:lnSpc>
                <a:spcPct val="100000"/>
              </a:lnSpc>
              <a:spcBef>
                <a:spcPts val="0"/>
              </a:spcBef>
              <a:spcAft>
                <a:spcPts val="0"/>
              </a:spcAft>
              <a:buClr>
                <a:schemeClr val="dk1"/>
              </a:buClr>
              <a:buSzPts val="1200"/>
              <a:buFont typeface="Trebuchet MS"/>
              <a:buChar char="•"/>
            </a:pPr>
            <a:r>
              <a:rPr lang="fr-FR" sz="1200" b="0" i="0" u="none" strike="noStrike" cap="none">
                <a:solidFill>
                  <a:schemeClr val="dk1"/>
                </a:solidFill>
                <a:latin typeface="+mj-lt"/>
                <a:ea typeface="Trebuchet MS"/>
                <a:cs typeface="Trebuchet MS"/>
                <a:sym typeface="Trebuchet MS"/>
              </a:rPr>
              <a:t>Participer à la pérennité et au développement des ESAT</a:t>
            </a:r>
            <a:endParaRPr>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g3cd5ad70b5a_0_0"/>
          <p:cNvSpPr txBox="1">
            <a:spLocks noGrp="1"/>
          </p:cNvSpPr>
          <p:nvPr>
            <p:ph type="title"/>
          </p:nvPr>
        </p:nvSpPr>
        <p:spPr>
          <a:xfrm>
            <a:off x="3105842" y="3659653"/>
            <a:ext cx="5863800" cy="5940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None/>
            </a:pPr>
            <a:r>
              <a:rPr lang="fr-FR" sz="2400" b="1" dirty="0">
                <a:solidFill>
                  <a:schemeClr val="dk1"/>
                </a:solidFill>
                <a:latin typeface="+mj-lt"/>
                <a:ea typeface="Arial Rounded"/>
                <a:cs typeface="Arial Rounded"/>
                <a:sym typeface="Arial Rounded"/>
              </a:rPr>
              <a:t>Merci de votre écoute.</a:t>
            </a:r>
            <a:endParaRPr sz="2400" b="1" i="0" u="none" strike="noStrike" cap="none" dirty="0">
              <a:solidFill>
                <a:schemeClr val="dk1"/>
              </a:solidFill>
              <a:latin typeface="+mj-lt"/>
              <a:ea typeface="Arial Rounded"/>
              <a:cs typeface="Arial Rounded"/>
              <a:sym typeface="Arial Rounded"/>
            </a:endParaRPr>
          </a:p>
        </p:txBody>
      </p:sp>
    </p:spTree>
  </p:cSld>
  <p:clrMapOvr>
    <a:masterClrMapping/>
  </p:clrMapOvr>
</p:sld>
</file>

<file path=ppt/theme/theme1.xml><?xml version="1.0" encoding="utf-8"?>
<a:theme xmlns:a="http://schemas.openxmlformats.org/drawingml/2006/main" name="Facette">
  <a:themeElements>
    <a:clrScheme name="Facette">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3001</Words>
  <Application>Microsoft Office PowerPoint</Application>
  <PresentationFormat>Affichage à l'écran (16:9)</PresentationFormat>
  <Paragraphs>506</Paragraphs>
  <Slides>15</Slides>
  <Notes>15</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15</vt:i4>
      </vt:variant>
    </vt:vector>
  </HeadingPairs>
  <TitlesOfParts>
    <vt:vector size="22" baseType="lpstr">
      <vt:lpstr>Trebuchet MS</vt:lpstr>
      <vt:lpstr>Noto Sans Symbols</vt:lpstr>
      <vt:lpstr>Arial Rounded</vt:lpstr>
      <vt:lpstr>Calibri</vt:lpstr>
      <vt:lpstr>Albert Sans</vt:lpstr>
      <vt:lpstr>Arial</vt:lpstr>
      <vt:lpstr>Facette</vt:lpstr>
      <vt:lpstr>Epreuve E5</vt:lpstr>
      <vt:lpstr>Introduction</vt:lpstr>
      <vt:lpstr>Introduction</vt:lpstr>
      <vt:lpstr>Introduction</vt:lpstr>
      <vt:lpstr>Présentation PowerPoint</vt:lpstr>
      <vt:lpstr>Analyse du SI et redéfinition du projet</vt:lpstr>
      <vt:lpstr>Travail en mode projet Agile</vt:lpstr>
      <vt:lpstr>Développement collaboratif</vt:lpstr>
      <vt:lpstr>Sécurisation d’un service </vt:lpstr>
      <vt:lpstr>Contrôle qualité et tests unitaires</vt:lpstr>
      <vt:lpstr>Mise à disposition et formation des utilisateurs</vt:lpstr>
      <vt:lpstr>Communication et valorisation de l’ESAT</vt:lpstr>
      <vt:lpstr>Développement professionnel et  identité numérique</vt:lpstr>
      <vt:lpstr>3- Conclusion</vt:lpstr>
      <vt:lpstr>Merci de votre écoute.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U1</dc:creator>
  <cp:lastModifiedBy>benjamin boniface</cp:lastModifiedBy>
  <cp:revision>6</cp:revision>
  <dcterms:modified xsi:type="dcterms:W3CDTF">2026-05-02T14:30:34Z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14</vt:r8>
  </property>
</Properties>
</file>